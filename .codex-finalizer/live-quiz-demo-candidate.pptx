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195578cefc4919" /><Relationship Type="http://schemas.openxmlformats.org/officeDocument/2006/relationships/extended-properties" Target="/docProps/app.xml" Id="R8a49a7d40da5456c" /><Relationship Type="http://schemas.openxmlformats.org/officeDocument/2006/relationships/officeDocument" Target="/ppt/presentation.xml" Id="R22f46e5dc5b94cf2" /></Relationships>
</file>

<file path=ppt/presentation.xml><?xml version="1.0" encoding="utf-8"?>
<p:presentation xmlns:p="http://schemas.openxmlformats.org/presentationml/2006/main">
  <p:sldMasterIdLst>
    <p:sldMasterId xmlns:r="http://schemas.openxmlformats.org/officeDocument/2006/relationships" id="2147483648" r:id="R4ab095d392214bb0"/>
  </p:sldMasterIdLst>
  <p:notesMasterIdLst>
    <p:notesMasterId xmlns:r="http://schemas.openxmlformats.org/officeDocument/2006/relationships" r:id="R4a95b3e8b19b4812"/>
  </p:notesMasterIdLst>
  <p:sldIdLst>
    <p:sldId xmlns:r="http://schemas.openxmlformats.org/officeDocument/2006/relationships" id="256" r:id="Rf05347071d7445fe"/>
    <p:sldId xmlns:r="http://schemas.openxmlformats.org/officeDocument/2006/relationships" id="257" r:id="R0559b207c24b4c33"/>
    <p:sldId xmlns:r="http://schemas.openxmlformats.org/officeDocument/2006/relationships" id="258" r:id="R5608cd9f3cbc40ef"/>
    <p:sldId xmlns:r="http://schemas.openxmlformats.org/officeDocument/2006/relationships" id="259" r:id="R585755bac97a4864"/>
    <p:sldId xmlns:r="http://schemas.openxmlformats.org/officeDocument/2006/relationships" id="260" r:id="R3a300c11427f42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1448fcc25d447a" /><Relationship Type="http://schemas.openxmlformats.org/officeDocument/2006/relationships/slideMaster" Target="/ppt/slideMasters/slideMaster1.xml" Id="R4ab095d392214bb0" /><Relationship Type="http://schemas.openxmlformats.org/officeDocument/2006/relationships/notesMaster" Target="/ppt/notesMasters/notesMaster1.xml" Id="R4a95b3e8b19b4812" /><Relationship Type="http://schemas.openxmlformats.org/officeDocument/2006/relationships/presProps" Target="/ppt/presProps.xml" Id="Re74b82265910497e" /><Relationship Type="http://schemas.openxmlformats.org/officeDocument/2006/relationships/tableStyles" Target="/ppt/tableStyles.xml" Id="Ra9622dbc964e430a" /><Relationship Type="http://schemas.openxmlformats.org/officeDocument/2006/relationships/slide" Target="/ppt/slides/slide1.xml" Id="Rf05347071d7445fe" /><Relationship Type="http://schemas.openxmlformats.org/officeDocument/2006/relationships/slide" Target="/ppt/slides/slide2.xml" Id="R0559b207c24b4c33" /><Relationship Type="http://schemas.openxmlformats.org/officeDocument/2006/relationships/slide" Target="/ppt/slides/slide3.xml" Id="R5608cd9f3cbc40ef" /><Relationship Type="http://schemas.openxmlformats.org/officeDocument/2006/relationships/slide" Target="/ppt/slides/slide4.xml" Id="R585755bac97a4864" /><Relationship Type="http://schemas.openxmlformats.org/officeDocument/2006/relationships/slide" Target="/ppt/slides/slide5.xml" Id="R3a300c11427f42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74c0493f0546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6d8390dddb4c58" /><Relationship Type="http://schemas.openxmlformats.org/officeDocument/2006/relationships/notesMaster" Target="/ppt/notesMasters/notesMaster1.xml" Id="Rb0690de045c94b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bb8c9945474ba3" /><Relationship Type="http://schemas.openxmlformats.org/officeDocument/2006/relationships/notesMaster" Target="/ppt/notesMasters/notesMaster1.xml" Id="Ra3b89d095be341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8156dc15f24913" /><Relationship Type="http://schemas.openxmlformats.org/officeDocument/2006/relationships/notesMaster" Target="/ppt/notesMasters/notesMaster1.xml" Id="R3282b250b4fb44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5bac841f2848a8" /><Relationship Type="http://schemas.openxmlformats.org/officeDocument/2006/relationships/notesMaster" Target="/ppt/notesMasters/notesMaster1.xml" Id="R178af683530e48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d05d91c5084665" /><Relationship Type="http://schemas.openxmlformats.org/officeDocument/2006/relationships/notesMaster" Target="/ppt/notesMasters/notesMaster1.xml" Id="Re0e11ce1e0cc46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 Welcome everyone. Set the expectation: this is a short, hands-on tour. Tell the audience they will join a quiz from their own phones or laptops.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 Keep the overview brief. Explain that the live experience is the focus: one person hosts, participants join with a link, questions are timed, and standings appear during the game.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 Before presenting, replace the bracketed placeholder with the public participant link from a launched quiz, or show the corresponding QR code. Ask everyone to join and choose a display name. Wait for the room to fill, then start the quiz from the host screen. Use a short 2–3 question demo so the interaction fits the time. If the room is slow to populate, narrate the join steps and continue with one volunteer.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While the audience plays, show the host screen. Point out the timer, participant count, and full leaderboard. Explain that participants see their own result and the top three after each question; the final screen includes their answer review. Do not dwell on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 Recap the simple flow and invite one follow-up action: a longer quiz, creating a quiz, or a closer look at host controls. Planned items such as admin access and deployment are not included in this demo; avoid describing them as available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ce20da1841474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e4c378f0bb49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f4132e2e5b41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83dce5fcd14f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c4cb8dae7d464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1c70a1bc4f641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CF3623-DB4D-4709-9F1D-2836D0E0C3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6D35565-4E83-4F4F-A777-DB7399B2C69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6FC223-0F67-4E85-90C7-061998C653E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0611D2-A347-43BE-8157-77D007E2AB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6C9ED9B-9232-4686-97AA-AE976E5E49C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5489FD-F952-49E0-B6AE-0ABB95DB01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274726-F3B7-4109-A4BF-CF67453310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192FDC-864C-46D2-A0E5-368F1DFE53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F35C77-9A5C-4F03-A36E-D81F576238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FE3E72-538B-4145-B0D0-2B83FD504E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f1137e310f4efc" /><Relationship Type="http://schemas.openxmlformats.org/officeDocument/2006/relationships/slideLayout" Target="/ppt/slideLayouts/slideLayout1.xml" Id="R4278472f3b19460e" /><Relationship Type="http://schemas.openxmlformats.org/officeDocument/2006/relationships/slideLayout" Target="/ppt/slideLayouts/slideLayout2.xml" Id="Raf16b2bf2ba140f8" /><Relationship Type="http://schemas.openxmlformats.org/officeDocument/2006/relationships/slideLayout" Target="/ppt/slideLayouts/slideLayout3.xml" Id="R4a033f3d8a054fcd" /><Relationship Type="http://schemas.openxmlformats.org/officeDocument/2006/relationships/slideLayout" Target="/ppt/slideLayouts/slideLayout4.xml" Id="Rcdfce631d6e744b8" /><Relationship Type="http://schemas.openxmlformats.org/officeDocument/2006/relationships/slideLayout" Target="/ppt/slideLayouts/slideLayout5.xml" Id="R02479c2146974bae" /><Relationship Type="http://schemas.openxmlformats.org/officeDocument/2006/relationships/slideLayout" Target="/ppt/slideLayouts/slideLayout6.xml" Id="Re3e654f1839d4f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78472f3b19460e"/>
    <p:sldLayoutId xmlns:r="http://schemas.openxmlformats.org/officeDocument/2006/relationships" id="2147483650" r:id="Raf16b2bf2ba140f8"/>
    <p:sldLayoutId xmlns:r="http://schemas.openxmlformats.org/officeDocument/2006/relationships" id="2147483651" r:id="R4a033f3d8a054fcd"/>
    <p:sldLayoutId xmlns:r="http://schemas.openxmlformats.org/officeDocument/2006/relationships" id="2147483652" r:id="Rcdfce631d6e744b8"/>
    <p:sldLayoutId xmlns:r="http://schemas.openxmlformats.org/officeDocument/2006/relationships" id="2147483653" r:id="R02479c2146974bae"/>
    <p:sldLayoutId xmlns:r="http://schemas.openxmlformats.org/officeDocument/2006/relationships" id="2147483654" r:id="Re3e654f1839d4f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8dcdb79fb07497c" /><Relationship Type="http://schemas.openxmlformats.org/officeDocument/2006/relationships/notesSlide" Target="/ppt/notesSlides/notesSlide1.xml" Id="R4b232de1f8c443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dcb75f37ec84bba" /><Relationship Type="http://schemas.openxmlformats.org/officeDocument/2006/relationships/notesSlide" Target="/ppt/notesSlides/notesSlide2.xml" Id="R9d091c30bb9a4a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4b3a182599040dc" /><Relationship Type="http://schemas.openxmlformats.org/officeDocument/2006/relationships/notesSlide" Target="/ppt/notesSlides/notesSlide3.xml" Id="R7edb58eab97342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3edbc12a654724" /><Relationship Type="http://schemas.openxmlformats.org/officeDocument/2006/relationships/notesSlide" Target="/ppt/notesSlides/notesSlide4.xml" Id="Rbc476212655042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eb0fd15777046c4" /><Relationship Type="http://schemas.openxmlformats.org/officeDocument/2006/relationships/notesSlide" Target="/ppt/notesSlides/notesSlide5.xml" Id="R368a8777b4fb47f6" /></Relationships>
</file>

<file path=ppt/slides/slide1.xml><?xml version="1.0" encoding="utf-8"?>
<p:sld xmlns:p="http://schemas.openxmlformats.org/presentationml/2006/main">
  <p:cSld>
    <p:bg>
      <p:bgPr>
        <a:solidFill xmlns:a="http://schemas.openxmlformats.org/drawingml/2006/main">
          <a:srgbClr val="5B1E91"/>
        </a:solidFill>
      </p:bgPr>
    </p:bg>
    <p:spTree>
      <p:nvGrpSpPr>
        <p:cNvPr id="1" name=""/>
        <p:cNvGrpSpPr/>
        <p:nvPr/>
      </p:nvGrpSpPr>
      <p:grpSpPr>
        <a:xfrm xmlns:a="http://schemas.openxmlformats.org/drawingml/2006/main"/>
      </p:grpSpPr>
      <p:sp>
        <p:nvSpPr>
          <p:cNvPr id="6" name="cover-red-accent">
            <a:extLst xmlns:a="http://schemas.openxmlformats.org/drawingml/2006/main">
              <a:ext uri="{FF2B5EF4-FFF2-40B4-BE49-F238E27FC236}">
                <a16:creationId xmlns:a16="http://schemas.microsoft.com/office/drawing/2014/main" id="{8D61F8BB-9017-4F8C-8B79-DD1F89C0EDCE}"/>
              </a:ext>
            </a:extLst>
          </p:cNvPr>
          <p:cNvSpPr>
            <a:spLocks xmlns:a="http://schemas.openxmlformats.org/drawingml/2006/main" noGrp="1"/>
          </p:cNvSpPr>
          <p:nvPr/>
        </p:nvSpPr>
        <p:spPr>
          <a:xfrm xmlns:a="http://schemas.openxmlformats.org/drawingml/2006/main">
            <a:off x="781050" y="876300"/>
            <a:ext cx="114300" cy="4953000"/>
          </a:xfrm>
          <a:prstGeom xmlns:a="http://schemas.openxmlformats.org/drawingml/2006/main" prst="rect">
            <a:avLst/>
          </a:prstGeom>
          <a:solidFill xmlns:a="http://schemas.openxmlformats.org/drawingml/2006/main">
            <a:srgbClr val="EB0000"/>
          </a:solidFill>
          <a:ln xmlns:a="http://schemas.openxmlformats.org/drawingml/2006/main" w="0">
            <a:noFill/>
            <a:prstDash val="solid"/>
          </a:ln>
        </p:spPr>
      </p:sp>
      <p:sp>
        <p:nvSpPr>
          <p:cNvPr id="2" name="cover-eyebrow">
            <a:extLst xmlns:a="http://schemas.openxmlformats.org/drawingml/2006/main">
              <a:ext uri="{FF2B5EF4-FFF2-40B4-BE49-F238E27FC236}">
                <a16:creationId xmlns:a16="http://schemas.microsoft.com/office/drawing/2014/main" id="{5EA95FB8-3F2A-46EC-B9D2-8317EE2890C5}"/>
              </a:ext>
            </a:extLst>
          </p:cNvPr>
          <p:cNvSpPr>
            <a:spLocks xmlns:a="http://schemas.openxmlformats.org/drawingml/2006/main" noGrp="1"/>
          </p:cNvSpPr>
          <p:nvPr/>
        </p:nvSpPr>
        <p:spPr>
          <a:xfrm xmlns:a="http://schemas.openxmlformats.org/drawingml/2006/main">
            <a:off x="1257300" y="1095375"/>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BDB5E9"/>
                </a:solidFill>
              </a:defRPr>
            </a:defPPr>
            <a:lvl1pPr algn="l">
              <a:defRPr sz="1275" b="1">
                <a:solidFill>
                  <a:srgbClr val="BDB5E9"/>
                </a:solidFill>
              </a:defRPr>
            </a:lvl1pPr>
            <a:lvl2pPr algn="l">
              <a:defRPr sz="1275" b="1">
                <a:solidFill>
                  <a:srgbClr val="BDB5E9"/>
                </a:solidFill>
              </a:defRPr>
            </a:lvl2pPr>
            <a:lvl3pPr algn="l">
              <a:defRPr sz="1275" b="1">
                <a:solidFill>
                  <a:srgbClr val="BDB5E9"/>
                </a:solidFill>
              </a:defRPr>
            </a:lvl3pPr>
            <a:lvl4pPr algn="l">
              <a:defRPr sz="1275" b="1">
                <a:solidFill>
                  <a:srgbClr val="BDB5E9"/>
                </a:solidFill>
              </a:defRPr>
            </a:lvl4pPr>
            <a:lvl5pPr algn="l">
              <a:defRPr sz="1275" b="1">
                <a:solidFill>
                  <a:srgbClr val="BDB5E9"/>
                </a:solidFill>
              </a:defRPr>
            </a:lvl5pPr>
            <a:lvl6pPr algn="l">
              <a:defRPr sz="1275" b="1">
                <a:solidFill>
                  <a:srgbClr val="BDB5E9"/>
                </a:solidFill>
              </a:defRPr>
            </a:lvl6pPr>
            <a:lvl7pPr algn="l">
              <a:defRPr sz="1275" b="1">
                <a:solidFill>
                  <a:srgbClr val="BDB5E9"/>
                </a:solidFill>
              </a:defRPr>
            </a:lvl7pPr>
            <a:lvl8pPr algn="l">
              <a:defRPr sz="1275" b="1">
                <a:solidFill>
                  <a:srgbClr val="BDB5E9"/>
                </a:solidFill>
              </a:defRPr>
            </a:lvl8pPr>
            <a:lvl9pPr algn="l">
              <a:defRPr sz="1275" b="1">
                <a:solidFill>
                  <a:srgbClr val="BDB5E9"/>
                </a:solidFill>
              </a:defRPr>
            </a:lvl9pPr>
          </a:lstStyle>
          <a:p xmlns:a="http://schemas.openxmlformats.org/drawingml/2006/main">
            <a:pPr algn="l">
              <a:defRPr sz="1275" b="1">
                <a:solidFill>
                  <a:srgbClr val="BDB5E9"/>
                </a:solidFill>
              </a:defRPr>
            </a:pPr>
            <a:r>
              <a:rPr sz="1275" b="1">
                <a:solidFill>
                  <a:srgbClr val="BDB5E9"/>
                </a:solidFill>
              </a:rPr>
              <a:t>LIVE DEMO  ·  5 MINUTES</a:t>
            </a:r>
          </a:p>
        </p:txBody>
      </p:sp>
      <p:sp>
        <p:nvSpPr>
          <p:cNvPr id="3" name="cover-title">
            <a:extLst xmlns:a="http://schemas.openxmlformats.org/drawingml/2006/main">
              <a:ext uri="{FF2B5EF4-FFF2-40B4-BE49-F238E27FC236}">
                <a16:creationId xmlns:a16="http://schemas.microsoft.com/office/drawing/2014/main" id="{8C153F29-B640-4408-93CD-4A98A3135DA6}"/>
              </a:ext>
            </a:extLst>
          </p:cNvPr>
          <p:cNvSpPr>
            <a:spLocks xmlns:a="http://schemas.openxmlformats.org/drawingml/2006/main" noGrp="1"/>
          </p:cNvSpPr>
          <p:nvPr/>
        </p:nvSpPr>
        <p:spPr>
          <a:xfrm xmlns:a="http://schemas.openxmlformats.org/drawingml/2006/main">
            <a:off x="1219200" y="1762125"/>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650" b="1">
                <a:solidFill>
                  <a:srgbClr val="FFFFFF"/>
                </a:solidFill>
              </a:defRPr>
            </a:defPPr>
            <a:lvl1pPr algn="l">
              <a:defRPr sz="4650" b="1">
                <a:solidFill>
                  <a:srgbClr val="FFFFFF"/>
                </a:solidFill>
              </a:defRPr>
            </a:lvl1pPr>
            <a:lvl2pPr algn="l">
              <a:defRPr sz="4650" b="1">
                <a:solidFill>
                  <a:srgbClr val="FFFFFF"/>
                </a:solidFill>
              </a:defRPr>
            </a:lvl2pPr>
            <a:lvl3pPr algn="l">
              <a:defRPr sz="4650" b="1">
                <a:solidFill>
                  <a:srgbClr val="FFFFFF"/>
                </a:solidFill>
              </a:defRPr>
            </a:lvl3pPr>
            <a:lvl4pPr algn="l">
              <a:defRPr sz="4650" b="1">
                <a:solidFill>
                  <a:srgbClr val="FFFFFF"/>
                </a:solidFill>
              </a:defRPr>
            </a:lvl4pPr>
            <a:lvl5pPr algn="l">
              <a:defRPr sz="4650" b="1">
                <a:solidFill>
                  <a:srgbClr val="FFFFFF"/>
                </a:solidFill>
              </a:defRPr>
            </a:lvl5pPr>
            <a:lvl6pPr algn="l">
              <a:defRPr sz="4650" b="1">
                <a:solidFill>
                  <a:srgbClr val="FFFFFF"/>
                </a:solidFill>
              </a:defRPr>
            </a:lvl6pPr>
            <a:lvl7pPr algn="l">
              <a:defRPr sz="4650" b="1">
                <a:solidFill>
                  <a:srgbClr val="FFFFFF"/>
                </a:solidFill>
              </a:defRPr>
            </a:lvl7pPr>
            <a:lvl8pPr algn="l">
              <a:defRPr sz="4650" b="1">
                <a:solidFill>
                  <a:srgbClr val="FFFFFF"/>
                </a:solidFill>
              </a:defRPr>
            </a:lvl8pPr>
            <a:lvl9pPr algn="l">
              <a:defRPr sz="4650" b="1">
                <a:solidFill>
                  <a:srgbClr val="FFFFFF"/>
                </a:solidFill>
              </a:defRPr>
            </a:lvl9pPr>
          </a:lstStyle>
          <a:p xmlns:a="http://schemas.openxmlformats.org/drawingml/2006/main">
            <a:pPr algn="l">
              <a:defRPr sz="4650" b="1">
                <a:solidFill>
                  <a:srgbClr val="FFFFFF"/>
                </a:solidFill>
              </a:defRPr>
            </a:pPr>
            <a:r>
              <a:rPr sz="4650" b="1">
                <a:solidFill>
                  <a:srgbClr val="FFFFFF"/>
                </a:solidFill>
              </a:rPr>
              <a:t>A quiz everyone</a:t>
            </a:r>
          </a:p>
          <a:p xmlns:a="http://schemas.openxmlformats.org/drawingml/2006/main">
            <a:pPr algn="l">
              <a:defRPr sz="4650" b="1">
                <a:solidFill>
                  <a:srgbClr val="FFFFFF"/>
                </a:solidFill>
              </a:defRPr>
            </a:pPr>
            <a:r>
              <a:rPr sz="4650" b="1">
                <a:solidFill>
                  <a:srgbClr val="FFFFFF"/>
                </a:solidFill>
              </a:rPr>
              <a:t>can join</a:t>
            </a:r>
          </a:p>
        </p:txBody>
      </p:sp>
      <p:sp>
        <p:nvSpPr>
          <p:cNvPr id="4" name="cover-subtitle">
            <a:extLst xmlns:a="http://schemas.openxmlformats.org/drawingml/2006/main">
              <a:ext uri="{FF2B5EF4-FFF2-40B4-BE49-F238E27FC236}">
                <a16:creationId xmlns:a16="http://schemas.microsoft.com/office/drawing/2014/main" id="{0B86F54D-A0DF-4408-9467-18F9F259B16B}"/>
              </a:ext>
            </a:extLst>
          </p:cNvPr>
          <p:cNvSpPr>
            <a:spLocks xmlns:a="http://schemas.openxmlformats.org/drawingml/2006/main" noGrp="1"/>
          </p:cNvSpPr>
          <p:nvPr/>
        </p:nvSpPr>
        <p:spPr>
          <a:xfrm xmlns:a="http://schemas.openxmlformats.org/drawingml/2006/main">
            <a:off x="1276350" y="403860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0">
                <a:solidFill>
                  <a:srgbClr val="FFFFFF"/>
                </a:solidFill>
              </a:defRPr>
            </a:defPPr>
            <a:lvl1pPr algn="l">
              <a:defRPr sz="2100" b="0">
                <a:solidFill>
                  <a:srgbClr val="FFFFFF"/>
                </a:solidFill>
              </a:defRPr>
            </a:lvl1pPr>
            <a:lvl2pPr algn="l">
              <a:defRPr sz="2100" b="0">
                <a:solidFill>
                  <a:srgbClr val="FFFFFF"/>
                </a:solidFill>
              </a:defRPr>
            </a:lvl2pPr>
            <a:lvl3pPr algn="l">
              <a:defRPr sz="2100" b="0">
                <a:solidFill>
                  <a:srgbClr val="FFFFFF"/>
                </a:solidFill>
              </a:defRPr>
            </a:lvl3pPr>
            <a:lvl4pPr algn="l">
              <a:defRPr sz="2100" b="0">
                <a:solidFill>
                  <a:srgbClr val="FFFFFF"/>
                </a:solidFill>
              </a:defRPr>
            </a:lvl4pPr>
            <a:lvl5pPr algn="l">
              <a:defRPr sz="2100" b="0">
                <a:solidFill>
                  <a:srgbClr val="FFFFFF"/>
                </a:solidFill>
              </a:defRPr>
            </a:lvl5pPr>
            <a:lvl6pPr algn="l">
              <a:defRPr sz="2100" b="0">
                <a:solidFill>
                  <a:srgbClr val="FFFFFF"/>
                </a:solidFill>
              </a:defRPr>
            </a:lvl6pPr>
            <a:lvl7pPr algn="l">
              <a:defRPr sz="2100" b="0">
                <a:solidFill>
                  <a:srgbClr val="FFFFFF"/>
                </a:solidFill>
              </a:defRPr>
            </a:lvl7pPr>
            <a:lvl8pPr algn="l">
              <a:defRPr sz="2100" b="0">
                <a:solidFill>
                  <a:srgbClr val="FFFFFF"/>
                </a:solidFill>
              </a:defRPr>
            </a:lvl8pPr>
            <a:lvl9pPr algn="l">
              <a:defRPr sz="2100" b="0">
                <a:solidFill>
                  <a:srgbClr val="FFFFFF"/>
                </a:solidFill>
              </a:defRPr>
            </a:lvl9pPr>
          </a:lstStyle>
          <a:p xmlns:a="http://schemas.openxmlformats.org/drawingml/2006/main">
            <a:pPr algn="l">
              <a:defRPr sz="2100" b="0">
                <a:solidFill>
                  <a:srgbClr val="FFFFFF"/>
                </a:solidFill>
              </a:defRPr>
            </a:pPr>
            <a:r>
              <a:rPr sz="2100" b="0">
                <a:solidFill>
                  <a:srgbClr val="FFFFFF"/>
                </a:solidFill>
              </a:rPr>
              <a:t>Create a room. Share a link. Play together.</a:t>
            </a:r>
          </a:p>
        </p:txBody>
      </p:sp>
      <p:sp>
        <p:nvSpPr>
          <p:cNvPr id="5" name="cover-prompt">
            <a:extLst xmlns:a="http://schemas.openxmlformats.org/drawingml/2006/main">
              <a:ext uri="{FF2B5EF4-FFF2-40B4-BE49-F238E27FC236}">
                <a16:creationId xmlns:a16="http://schemas.microsoft.com/office/drawing/2014/main" id="{B275C474-A76C-4502-8438-FCB6B719F766}"/>
              </a:ext>
            </a:extLst>
          </p:cNvPr>
          <p:cNvSpPr>
            <a:spLocks xmlns:a="http://schemas.openxmlformats.org/drawingml/2006/main" noGrp="1"/>
          </p:cNvSpPr>
          <p:nvPr/>
        </p:nvSpPr>
        <p:spPr>
          <a:xfrm xmlns:a="http://schemas.openxmlformats.org/drawingml/2006/main">
            <a:off x="1276350" y="5219700"/>
            <a:ext cx="885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BDB5E9"/>
                </a:solidFill>
              </a:defRPr>
            </a:defPPr>
            <a:lvl1pPr algn="l">
              <a:defRPr sz="1500" b="0">
                <a:solidFill>
                  <a:srgbClr val="BDB5E9"/>
                </a:solidFill>
              </a:defRPr>
            </a:lvl1pPr>
            <a:lvl2pPr algn="l">
              <a:defRPr sz="1500" b="0">
                <a:solidFill>
                  <a:srgbClr val="BDB5E9"/>
                </a:solidFill>
              </a:defRPr>
            </a:lvl2pPr>
            <a:lvl3pPr algn="l">
              <a:defRPr sz="1500" b="0">
                <a:solidFill>
                  <a:srgbClr val="BDB5E9"/>
                </a:solidFill>
              </a:defRPr>
            </a:lvl3pPr>
            <a:lvl4pPr algn="l">
              <a:defRPr sz="1500" b="0">
                <a:solidFill>
                  <a:srgbClr val="BDB5E9"/>
                </a:solidFill>
              </a:defRPr>
            </a:lvl4pPr>
            <a:lvl5pPr algn="l">
              <a:defRPr sz="1500" b="0">
                <a:solidFill>
                  <a:srgbClr val="BDB5E9"/>
                </a:solidFill>
              </a:defRPr>
            </a:lvl5pPr>
            <a:lvl6pPr algn="l">
              <a:defRPr sz="1500" b="0">
                <a:solidFill>
                  <a:srgbClr val="BDB5E9"/>
                </a:solidFill>
              </a:defRPr>
            </a:lvl6pPr>
            <a:lvl7pPr algn="l">
              <a:defRPr sz="1500" b="0">
                <a:solidFill>
                  <a:srgbClr val="BDB5E9"/>
                </a:solidFill>
              </a:defRPr>
            </a:lvl7pPr>
            <a:lvl8pPr algn="l">
              <a:defRPr sz="1500" b="0">
                <a:solidFill>
                  <a:srgbClr val="BDB5E9"/>
                </a:solidFill>
              </a:defRPr>
            </a:lvl8pPr>
            <a:lvl9pPr algn="l">
              <a:defRPr sz="1500" b="0">
                <a:solidFill>
                  <a:srgbClr val="BDB5E9"/>
                </a:solidFill>
              </a:defRPr>
            </a:lvl9pPr>
          </a:lstStyle>
          <a:p xmlns:a="http://schemas.openxmlformats.org/drawingml/2006/main">
            <a:pPr algn="l">
              <a:defRPr sz="1500" b="0">
                <a:solidFill>
                  <a:srgbClr val="BDB5E9"/>
                </a:solidFill>
              </a:defRPr>
            </a:pPr>
            <a:r>
              <a:rPr sz="1500" b="0">
                <a:solidFill>
                  <a:srgbClr val="BDB5E9"/>
                </a:solidFill>
              </a:rPr>
              <a:t>We’ll try it live, then look behind the host screen.</a:t>
            </a:r>
          </a:p>
        </p:txBody>
      </p:sp>
    </p:spTree>
    <p:extLst>
      <p:ext uri="{BB962C8B-B14F-4D97-AF65-F5344CB8AC3E}">
        <p14:creationId xmlns:p14="http://schemas.microsoft.com/office/powerpoint/2010/main" val="4205701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2-title">
            <a:extLst xmlns:a="http://schemas.openxmlformats.org/drawingml/2006/main">
              <a:ext uri="{FF2B5EF4-FFF2-40B4-BE49-F238E27FC236}">
                <a16:creationId xmlns:a16="http://schemas.microsoft.com/office/drawing/2014/main" id="{03923048-58E1-432C-ACE9-E9B7823C742D}"/>
              </a:ext>
            </a:extLst>
          </p:cNvPr>
          <p:cNvSpPr>
            <a:spLocks xmlns:a="http://schemas.openxmlformats.org/drawingml/2006/main" noGrp="1"/>
          </p:cNvSpPr>
          <p:nvPr/>
        </p:nvSpPr>
        <p:spPr>
          <a:xfrm xmlns:a="http://schemas.openxmlformats.org/drawingml/2006/main">
            <a:off x="685800" y="4953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a:solidFill>
                  <a:srgbClr val="5B1E91"/>
                </a:solidFill>
              </a:defRPr>
            </a:defPPr>
            <a:lvl1pPr algn="l">
              <a:defRPr sz="2700" b="1">
                <a:solidFill>
                  <a:srgbClr val="5B1E91"/>
                </a:solidFill>
              </a:defRPr>
            </a:lvl1pPr>
            <a:lvl2pPr algn="l">
              <a:defRPr sz="2700" b="1">
                <a:solidFill>
                  <a:srgbClr val="5B1E91"/>
                </a:solidFill>
              </a:defRPr>
            </a:lvl2pPr>
            <a:lvl3pPr algn="l">
              <a:defRPr sz="2700" b="1">
                <a:solidFill>
                  <a:srgbClr val="5B1E91"/>
                </a:solidFill>
              </a:defRPr>
            </a:lvl3pPr>
            <a:lvl4pPr algn="l">
              <a:defRPr sz="2700" b="1">
                <a:solidFill>
                  <a:srgbClr val="5B1E91"/>
                </a:solidFill>
              </a:defRPr>
            </a:lvl4pPr>
            <a:lvl5pPr algn="l">
              <a:defRPr sz="2700" b="1">
                <a:solidFill>
                  <a:srgbClr val="5B1E91"/>
                </a:solidFill>
              </a:defRPr>
            </a:lvl5pPr>
            <a:lvl6pPr algn="l">
              <a:defRPr sz="2700" b="1">
                <a:solidFill>
                  <a:srgbClr val="5B1E91"/>
                </a:solidFill>
              </a:defRPr>
            </a:lvl6pPr>
            <a:lvl7pPr algn="l">
              <a:defRPr sz="2700" b="1">
                <a:solidFill>
                  <a:srgbClr val="5B1E91"/>
                </a:solidFill>
              </a:defRPr>
            </a:lvl7pPr>
            <a:lvl8pPr algn="l">
              <a:defRPr sz="2700" b="1">
                <a:solidFill>
                  <a:srgbClr val="5B1E91"/>
                </a:solidFill>
              </a:defRPr>
            </a:lvl8pPr>
            <a:lvl9pPr algn="l">
              <a:defRPr sz="2700" b="1">
                <a:solidFill>
                  <a:srgbClr val="5B1E91"/>
                </a:solidFill>
              </a:defRPr>
            </a:lvl9pPr>
          </a:lstStyle>
          <a:p xmlns:a="http://schemas.openxmlformats.org/drawingml/2006/main">
            <a:pPr algn="l">
              <a:defRPr sz="2700" b="1">
                <a:solidFill>
                  <a:srgbClr val="5B1E91"/>
                </a:solidFill>
              </a:defRPr>
            </a:pPr>
            <a:r>
              <a:rPr sz="2700" b="1">
                <a:solidFill>
                  <a:srgbClr val="5B1E91"/>
                </a:solidFill>
              </a:rPr>
              <a:t>What the app does</a:t>
            </a:r>
          </a:p>
        </p:txBody>
      </p:sp>
      <p:sp>
        <p:nvSpPr>
          <p:cNvPr id="2" name="slide-2-rule">
            <a:extLst xmlns:a="http://schemas.openxmlformats.org/drawingml/2006/main">
              <a:ext uri="{FF2B5EF4-FFF2-40B4-BE49-F238E27FC236}">
                <a16:creationId xmlns:a16="http://schemas.microsoft.com/office/drawing/2014/main" id="{22308983-3F66-46B0-A3E4-9BB80EC82A0D}"/>
              </a:ext>
            </a:extLst>
          </p:cNvPr>
          <p:cNvSpPr>
            <a:spLocks xmlns:a="http://schemas.openxmlformats.org/drawingml/2006/main" noGrp="1"/>
          </p:cNvSpPr>
          <p:nvPr/>
        </p:nvSpPr>
        <p:spPr>
          <a:xfrm xmlns:a="http://schemas.openxmlformats.org/drawingml/2006/main">
            <a:off x="685800" y="1238250"/>
            <a:ext cx="742950" cy="57150"/>
          </a:xfrm>
          <a:prstGeom xmlns:a="http://schemas.openxmlformats.org/drawingml/2006/main" prst="rect">
            <a:avLst/>
          </a:prstGeom>
          <a:solidFill xmlns:a="http://schemas.openxmlformats.org/drawingml/2006/main">
            <a:srgbClr val="EB0000"/>
          </a:solidFill>
          <a:ln xmlns:a="http://schemas.openxmlformats.org/drawingml/2006/main" w="0">
            <a:noFill/>
            <a:prstDash val="solid"/>
          </a:ln>
        </p:spPr>
      </p:sp>
      <p:sp>
        <p:nvSpPr>
          <p:cNvPr id="3" name="slide-2-time">
            <a:extLst xmlns:a="http://schemas.openxmlformats.org/drawingml/2006/main">
              <a:ext uri="{FF2B5EF4-FFF2-40B4-BE49-F238E27FC236}">
                <a16:creationId xmlns:a16="http://schemas.microsoft.com/office/drawing/2014/main" id="{62F81650-3485-4DF6-8347-7FE82F070D5E}"/>
              </a:ext>
            </a:extLst>
          </p:cNvPr>
          <p:cNvSpPr>
            <a:spLocks xmlns:a="http://schemas.openxmlformats.org/drawingml/2006/main" noGrp="1"/>
          </p:cNvSpPr>
          <p:nvPr/>
        </p:nvSpPr>
        <p:spPr>
          <a:xfrm xmlns:a="http://schemas.openxmlformats.org/drawingml/2006/main">
            <a:off x="10287000" y="5524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0">
                <a:solidFill>
                  <a:srgbClr val="4B5563"/>
                </a:solidFill>
              </a:defRPr>
            </a:defPPr>
            <a:lvl1pPr algn="r">
              <a:defRPr sz="1125" b="0">
                <a:solidFill>
                  <a:srgbClr val="4B5563"/>
                </a:solidFill>
              </a:defRPr>
            </a:lvl1pPr>
            <a:lvl2pPr algn="r">
              <a:defRPr sz="1125" b="0">
                <a:solidFill>
                  <a:srgbClr val="4B5563"/>
                </a:solidFill>
              </a:defRPr>
            </a:lvl2pPr>
            <a:lvl3pPr algn="r">
              <a:defRPr sz="1125" b="0">
                <a:solidFill>
                  <a:srgbClr val="4B5563"/>
                </a:solidFill>
              </a:defRPr>
            </a:lvl3pPr>
            <a:lvl4pPr algn="r">
              <a:defRPr sz="1125" b="0">
                <a:solidFill>
                  <a:srgbClr val="4B5563"/>
                </a:solidFill>
              </a:defRPr>
            </a:lvl4pPr>
            <a:lvl5pPr algn="r">
              <a:defRPr sz="1125" b="0">
                <a:solidFill>
                  <a:srgbClr val="4B5563"/>
                </a:solidFill>
              </a:defRPr>
            </a:lvl5pPr>
            <a:lvl6pPr algn="r">
              <a:defRPr sz="1125" b="0">
                <a:solidFill>
                  <a:srgbClr val="4B5563"/>
                </a:solidFill>
              </a:defRPr>
            </a:lvl6pPr>
            <a:lvl7pPr algn="r">
              <a:defRPr sz="1125" b="0">
                <a:solidFill>
                  <a:srgbClr val="4B5563"/>
                </a:solidFill>
              </a:defRPr>
            </a:lvl7pPr>
            <a:lvl8pPr algn="r">
              <a:defRPr sz="1125" b="0">
                <a:solidFill>
                  <a:srgbClr val="4B5563"/>
                </a:solidFill>
              </a:defRPr>
            </a:lvl8pPr>
            <a:lvl9pPr algn="r">
              <a:defRPr sz="1125" b="0">
                <a:solidFill>
                  <a:srgbClr val="4B5563"/>
                </a:solidFill>
              </a:defRPr>
            </a:lvl9pPr>
          </a:lstStyle>
          <a:p xmlns:a="http://schemas.openxmlformats.org/drawingml/2006/main">
            <a:pPr algn="r">
              <a:defRPr sz="1125" b="0">
                <a:solidFill>
                  <a:srgbClr val="4B5563"/>
                </a:solidFill>
              </a:defRPr>
            </a:pPr>
            <a:r>
              <a:rPr sz="1125" b="0">
                <a:solidFill>
                  <a:srgbClr val="4B5563"/>
                </a:solidFill>
              </a:rPr>
              <a:t>0:45</a:t>
            </a:r>
          </a:p>
        </p:txBody>
      </p:sp>
      <p:sp>
        <p:nvSpPr>
          <p:cNvPr id="4" name="slide-2-number">
            <a:extLst xmlns:a="http://schemas.openxmlformats.org/drawingml/2006/main">
              <a:ext uri="{FF2B5EF4-FFF2-40B4-BE49-F238E27FC236}">
                <a16:creationId xmlns:a16="http://schemas.microsoft.com/office/drawing/2014/main" id="{AD123DDE-6636-4C2D-8DA7-549A1DB39D89}"/>
              </a:ext>
            </a:extLst>
          </p:cNvPr>
          <p:cNvSpPr>
            <a:spLocks xmlns:a="http://schemas.openxmlformats.org/drawingml/2006/main" noGrp="1"/>
          </p:cNvSpPr>
          <p:nvPr/>
        </p:nvSpPr>
        <p:spPr>
          <a:xfrm xmlns:a="http://schemas.openxmlformats.org/drawingml/2006/main">
            <a:off x="10382250" y="64198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0">
                <a:solidFill>
                  <a:srgbClr val="4B5563"/>
                </a:solidFill>
              </a:defRPr>
            </a:defPPr>
            <a:lvl1pPr algn="r">
              <a:defRPr sz="975" b="0">
                <a:solidFill>
                  <a:srgbClr val="4B5563"/>
                </a:solidFill>
              </a:defRPr>
            </a:lvl1pPr>
            <a:lvl2pPr algn="r">
              <a:defRPr sz="975" b="0">
                <a:solidFill>
                  <a:srgbClr val="4B5563"/>
                </a:solidFill>
              </a:defRPr>
            </a:lvl2pPr>
            <a:lvl3pPr algn="r">
              <a:defRPr sz="975" b="0">
                <a:solidFill>
                  <a:srgbClr val="4B5563"/>
                </a:solidFill>
              </a:defRPr>
            </a:lvl3pPr>
            <a:lvl4pPr algn="r">
              <a:defRPr sz="975" b="0">
                <a:solidFill>
                  <a:srgbClr val="4B5563"/>
                </a:solidFill>
              </a:defRPr>
            </a:lvl4pPr>
            <a:lvl5pPr algn="r">
              <a:defRPr sz="975" b="0">
                <a:solidFill>
                  <a:srgbClr val="4B5563"/>
                </a:solidFill>
              </a:defRPr>
            </a:lvl5pPr>
            <a:lvl6pPr algn="r">
              <a:defRPr sz="975" b="0">
                <a:solidFill>
                  <a:srgbClr val="4B5563"/>
                </a:solidFill>
              </a:defRPr>
            </a:lvl6pPr>
            <a:lvl7pPr algn="r">
              <a:defRPr sz="975" b="0">
                <a:solidFill>
                  <a:srgbClr val="4B5563"/>
                </a:solidFill>
              </a:defRPr>
            </a:lvl7pPr>
            <a:lvl8pPr algn="r">
              <a:defRPr sz="975" b="0">
                <a:solidFill>
                  <a:srgbClr val="4B5563"/>
                </a:solidFill>
              </a:defRPr>
            </a:lvl8pPr>
            <a:lvl9pPr algn="r">
              <a:defRPr sz="975" b="0">
                <a:solidFill>
                  <a:srgbClr val="4B5563"/>
                </a:solidFill>
              </a:defRPr>
            </a:lvl9pPr>
          </a:lstStyle>
          <a:p xmlns:a="http://schemas.openxmlformats.org/drawingml/2006/main">
            <a:pPr algn="r">
              <a:defRPr sz="975" b="0">
                <a:solidFill>
                  <a:srgbClr val="4B5563"/>
                </a:solidFill>
              </a:defRPr>
            </a:pPr>
            <a:r>
              <a:rPr sz="975" b="0">
                <a:solidFill>
                  <a:srgbClr val="4B5563"/>
                </a:solidFill>
              </a:rPr>
              <a:t>02 / 05</a:t>
            </a:r>
          </a:p>
        </p:txBody>
      </p:sp>
      <p:sp>
        <p:nvSpPr>
          <p:cNvPr id="5" name="overview-intro">
            <a:extLst xmlns:a="http://schemas.openxmlformats.org/drawingml/2006/main">
              <a:ext uri="{FF2B5EF4-FFF2-40B4-BE49-F238E27FC236}">
                <a16:creationId xmlns:a16="http://schemas.microsoft.com/office/drawing/2014/main" id="{9A34341D-A110-4751-95BB-4871DAD68BA1}"/>
              </a:ext>
            </a:extLst>
          </p:cNvPr>
          <p:cNvSpPr>
            <a:spLocks xmlns:a="http://schemas.openxmlformats.org/drawingml/2006/main" noGrp="1"/>
          </p:cNvSpPr>
          <p:nvPr/>
        </p:nvSpPr>
        <p:spPr>
          <a:xfrm xmlns:a="http://schemas.openxmlformats.org/drawingml/2006/main">
            <a:off x="685800" y="1562100"/>
            <a:ext cx="990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11827"/>
                </a:solidFill>
              </a:defRPr>
            </a:defPPr>
            <a:lvl1pPr algn="l">
              <a:defRPr sz="2175" b="1">
                <a:solidFill>
                  <a:srgbClr val="111827"/>
                </a:solidFill>
              </a:defRPr>
            </a:lvl1pPr>
            <a:lvl2pPr algn="l">
              <a:defRPr sz="2175" b="1">
                <a:solidFill>
                  <a:srgbClr val="111827"/>
                </a:solidFill>
              </a:defRPr>
            </a:lvl2pPr>
            <a:lvl3pPr algn="l">
              <a:defRPr sz="2175" b="1">
                <a:solidFill>
                  <a:srgbClr val="111827"/>
                </a:solidFill>
              </a:defRPr>
            </a:lvl3pPr>
            <a:lvl4pPr algn="l">
              <a:defRPr sz="2175" b="1">
                <a:solidFill>
                  <a:srgbClr val="111827"/>
                </a:solidFill>
              </a:defRPr>
            </a:lvl4pPr>
            <a:lvl5pPr algn="l">
              <a:defRPr sz="2175" b="1">
                <a:solidFill>
                  <a:srgbClr val="111827"/>
                </a:solidFill>
              </a:defRPr>
            </a:lvl5pPr>
            <a:lvl6pPr algn="l">
              <a:defRPr sz="2175" b="1">
                <a:solidFill>
                  <a:srgbClr val="111827"/>
                </a:solidFill>
              </a:defRPr>
            </a:lvl6pPr>
            <a:lvl7pPr algn="l">
              <a:defRPr sz="2175" b="1">
                <a:solidFill>
                  <a:srgbClr val="111827"/>
                </a:solidFill>
              </a:defRPr>
            </a:lvl7pPr>
            <a:lvl8pPr algn="l">
              <a:defRPr sz="2175" b="1">
                <a:solidFill>
                  <a:srgbClr val="111827"/>
                </a:solidFill>
              </a:defRPr>
            </a:lvl8pPr>
            <a:lvl9pPr algn="l">
              <a:defRPr sz="2175" b="1">
                <a:solidFill>
                  <a:srgbClr val="111827"/>
                </a:solidFill>
              </a:defRPr>
            </a:lvl9pPr>
          </a:lstStyle>
          <a:p xmlns:a="http://schemas.openxmlformats.org/drawingml/2006/main">
            <a:pPr algn="l">
              <a:defRPr sz="2175" b="1">
                <a:solidFill>
                  <a:srgbClr val="111827"/>
                </a:solidFill>
              </a:defRPr>
            </a:pPr>
            <a:r>
              <a:rPr sz="2175" b="1">
                <a:solidFill>
                  <a:srgbClr val="111827"/>
                </a:solidFill>
              </a:rPr>
              <a:t>A host runs a timed quiz while everyone plays in the same live room.</a:t>
            </a:r>
          </a:p>
        </p:txBody>
      </p:sp>
      <p:sp>
        <p:nvSpPr>
          <p:cNvPr id="6" name="overview-0-num">
            <a:extLst xmlns:a="http://schemas.openxmlformats.org/drawingml/2006/main">
              <a:ext uri="{FF2B5EF4-FFF2-40B4-BE49-F238E27FC236}">
                <a16:creationId xmlns:a16="http://schemas.microsoft.com/office/drawing/2014/main" id="{93342122-3BE2-4A06-A642-5B688C597201}"/>
              </a:ext>
            </a:extLst>
          </p:cNvPr>
          <p:cNvSpPr>
            <a:spLocks xmlns:a="http://schemas.openxmlformats.org/drawingml/2006/main" noGrp="1"/>
          </p:cNvSpPr>
          <p:nvPr/>
        </p:nvSpPr>
        <p:spPr>
          <a:xfrm xmlns:a="http://schemas.openxmlformats.org/drawingml/2006/main">
            <a:off x="704850" y="28575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EB0000"/>
                </a:solidFill>
              </a:defRPr>
            </a:defPPr>
            <a:lvl1pPr algn="l">
              <a:defRPr sz="1650" b="1">
                <a:solidFill>
                  <a:srgbClr val="EB0000"/>
                </a:solidFill>
              </a:defRPr>
            </a:lvl1pPr>
            <a:lvl2pPr algn="l">
              <a:defRPr sz="1650" b="1">
                <a:solidFill>
                  <a:srgbClr val="EB0000"/>
                </a:solidFill>
              </a:defRPr>
            </a:lvl2pPr>
            <a:lvl3pPr algn="l">
              <a:defRPr sz="1650" b="1">
                <a:solidFill>
                  <a:srgbClr val="EB0000"/>
                </a:solidFill>
              </a:defRPr>
            </a:lvl3pPr>
            <a:lvl4pPr algn="l">
              <a:defRPr sz="1650" b="1">
                <a:solidFill>
                  <a:srgbClr val="EB0000"/>
                </a:solidFill>
              </a:defRPr>
            </a:lvl4pPr>
            <a:lvl5pPr algn="l">
              <a:defRPr sz="1650" b="1">
                <a:solidFill>
                  <a:srgbClr val="EB0000"/>
                </a:solidFill>
              </a:defRPr>
            </a:lvl5pPr>
            <a:lvl6pPr algn="l">
              <a:defRPr sz="1650" b="1">
                <a:solidFill>
                  <a:srgbClr val="EB0000"/>
                </a:solidFill>
              </a:defRPr>
            </a:lvl6pPr>
            <a:lvl7pPr algn="l">
              <a:defRPr sz="1650" b="1">
                <a:solidFill>
                  <a:srgbClr val="EB0000"/>
                </a:solidFill>
              </a:defRPr>
            </a:lvl7pPr>
            <a:lvl8pPr algn="l">
              <a:defRPr sz="1650" b="1">
                <a:solidFill>
                  <a:srgbClr val="EB0000"/>
                </a:solidFill>
              </a:defRPr>
            </a:lvl8pPr>
            <a:lvl9pPr algn="l">
              <a:defRPr sz="1650" b="1">
                <a:solidFill>
                  <a:srgbClr val="EB0000"/>
                </a:solidFill>
              </a:defRPr>
            </a:lvl9pPr>
          </a:lstStyle>
          <a:p xmlns:a="http://schemas.openxmlformats.org/drawingml/2006/main">
            <a:pPr algn="l">
              <a:defRPr sz="1650" b="1">
                <a:solidFill>
                  <a:srgbClr val="EB0000"/>
                </a:solidFill>
              </a:defRPr>
            </a:pPr>
            <a:r>
              <a:rPr sz="1650" b="1">
                <a:solidFill>
                  <a:srgbClr val="EB0000"/>
                </a:solidFill>
              </a:rPr>
              <a:t>01</a:t>
            </a:r>
          </a:p>
        </p:txBody>
      </p:sp>
      <p:sp>
        <p:nvSpPr>
          <p:cNvPr id="7" name="overview-0-label">
            <a:extLst xmlns:a="http://schemas.openxmlformats.org/drawingml/2006/main">
              <a:ext uri="{FF2B5EF4-FFF2-40B4-BE49-F238E27FC236}">
                <a16:creationId xmlns:a16="http://schemas.microsoft.com/office/drawing/2014/main" id="{9B29AD4C-BCC3-4BDB-940B-111BD382B392}"/>
              </a:ext>
            </a:extLst>
          </p:cNvPr>
          <p:cNvSpPr>
            <a:spLocks xmlns:a="http://schemas.openxmlformats.org/drawingml/2006/main" noGrp="1"/>
          </p:cNvSpPr>
          <p:nvPr/>
        </p:nvSpPr>
        <p:spPr>
          <a:xfrm xmlns:a="http://schemas.openxmlformats.org/drawingml/2006/main">
            <a:off x="1562100" y="28384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5B1E91"/>
                </a:solidFill>
              </a:defRPr>
            </a:defPPr>
            <a:lvl1pPr algn="l">
              <a:defRPr sz="2025" b="1">
                <a:solidFill>
                  <a:srgbClr val="5B1E91"/>
                </a:solidFill>
              </a:defRPr>
            </a:lvl1pPr>
            <a:lvl2pPr algn="l">
              <a:defRPr sz="2025" b="1">
                <a:solidFill>
                  <a:srgbClr val="5B1E91"/>
                </a:solidFill>
              </a:defRPr>
            </a:lvl2pPr>
            <a:lvl3pPr algn="l">
              <a:defRPr sz="2025" b="1">
                <a:solidFill>
                  <a:srgbClr val="5B1E91"/>
                </a:solidFill>
              </a:defRPr>
            </a:lvl3pPr>
            <a:lvl4pPr algn="l">
              <a:defRPr sz="2025" b="1">
                <a:solidFill>
                  <a:srgbClr val="5B1E91"/>
                </a:solidFill>
              </a:defRPr>
            </a:lvl4pPr>
            <a:lvl5pPr algn="l">
              <a:defRPr sz="2025" b="1">
                <a:solidFill>
                  <a:srgbClr val="5B1E91"/>
                </a:solidFill>
              </a:defRPr>
            </a:lvl5pPr>
            <a:lvl6pPr algn="l">
              <a:defRPr sz="2025" b="1">
                <a:solidFill>
                  <a:srgbClr val="5B1E91"/>
                </a:solidFill>
              </a:defRPr>
            </a:lvl6pPr>
            <a:lvl7pPr algn="l">
              <a:defRPr sz="2025" b="1">
                <a:solidFill>
                  <a:srgbClr val="5B1E91"/>
                </a:solidFill>
              </a:defRPr>
            </a:lvl7pPr>
            <a:lvl8pPr algn="l">
              <a:defRPr sz="2025" b="1">
                <a:solidFill>
                  <a:srgbClr val="5B1E91"/>
                </a:solidFill>
              </a:defRPr>
            </a:lvl8pPr>
            <a:lvl9pPr algn="l">
              <a:defRPr sz="2025" b="1">
                <a:solidFill>
                  <a:srgbClr val="5B1E91"/>
                </a:solidFill>
              </a:defRPr>
            </a:lvl9pPr>
          </a:lstStyle>
          <a:p xmlns:a="http://schemas.openxmlformats.org/drawingml/2006/main">
            <a:pPr algn="l">
              <a:defRPr sz="2025" b="1">
                <a:solidFill>
                  <a:srgbClr val="5B1E91"/>
                </a:solidFill>
              </a:defRPr>
            </a:pPr>
            <a:r>
              <a:rPr sz="2025" b="1">
                <a:solidFill>
                  <a:srgbClr val="5B1E91"/>
                </a:solidFill>
              </a:rPr>
              <a:t>Build</a:t>
            </a:r>
          </a:p>
        </p:txBody>
      </p:sp>
      <p:sp>
        <p:nvSpPr>
          <p:cNvPr id="8" name="overview-0-desc">
            <a:extLst xmlns:a="http://schemas.openxmlformats.org/drawingml/2006/main">
              <a:ext uri="{FF2B5EF4-FFF2-40B4-BE49-F238E27FC236}">
                <a16:creationId xmlns:a16="http://schemas.microsoft.com/office/drawing/2014/main" id="{D8ECC27B-C5FB-4BDA-8497-B6FC54668151}"/>
              </a:ext>
            </a:extLst>
          </p:cNvPr>
          <p:cNvSpPr>
            <a:spLocks xmlns:a="http://schemas.openxmlformats.org/drawingml/2006/main" noGrp="1"/>
          </p:cNvSpPr>
          <p:nvPr/>
        </p:nvSpPr>
        <p:spPr>
          <a:xfrm xmlns:a="http://schemas.openxmlformats.org/drawingml/2006/main">
            <a:off x="3371850" y="285750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4B5563"/>
                </a:solidFill>
              </a:defRPr>
            </a:defPPr>
            <a:lvl1pPr algn="l">
              <a:defRPr sz="1575" b="0">
                <a:solidFill>
                  <a:srgbClr val="4B5563"/>
                </a:solidFill>
              </a:defRPr>
            </a:lvl1pPr>
            <a:lvl2pPr algn="l">
              <a:defRPr sz="1575" b="0">
                <a:solidFill>
                  <a:srgbClr val="4B5563"/>
                </a:solidFill>
              </a:defRPr>
            </a:lvl2pPr>
            <a:lvl3pPr algn="l">
              <a:defRPr sz="1575" b="0">
                <a:solidFill>
                  <a:srgbClr val="4B5563"/>
                </a:solidFill>
              </a:defRPr>
            </a:lvl3pPr>
            <a:lvl4pPr algn="l">
              <a:defRPr sz="1575" b="0">
                <a:solidFill>
                  <a:srgbClr val="4B5563"/>
                </a:solidFill>
              </a:defRPr>
            </a:lvl4pPr>
            <a:lvl5pPr algn="l">
              <a:defRPr sz="1575" b="0">
                <a:solidFill>
                  <a:srgbClr val="4B5563"/>
                </a:solidFill>
              </a:defRPr>
            </a:lvl5pPr>
            <a:lvl6pPr algn="l">
              <a:defRPr sz="1575" b="0">
                <a:solidFill>
                  <a:srgbClr val="4B5563"/>
                </a:solidFill>
              </a:defRPr>
            </a:lvl6pPr>
            <a:lvl7pPr algn="l">
              <a:defRPr sz="1575" b="0">
                <a:solidFill>
                  <a:srgbClr val="4B5563"/>
                </a:solidFill>
              </a:defRPr>
            </a:lvl7pPr>
            <a:lvl8pPr algn="l">
              <a:defRPr sz="1575" b="0">
                <a:solidFill>
                  <a:srgbClr val="4B5563"/>
                </a:solidFill>
              </a:defRPr>
            </a:lvl8pPr>
            <a:lvl9pPr algn="l">
              <a:defRPr sz="1575" b="0">
                <a:solidFill>
                  <a:srgbClr val="4B5563"/>
                </a:solidFill>
              </a:defRPr>
            </a:lvl9pPr>
          </a:lstStyle>
          <a:p xmlns:a="http://schemas.openxmlformats.org/drawingml/2006/main">
            <a:pPr algn="l">
              <a:defRPr sz="1575" b="0">
                <a:solidFill>
                  <a:srgbClr val="4B5563"/>
                </a:solidFill>
              </a:defRPr>
            </a:pPr>
            <a:r>
              <a:rPr sz="1575" b="0">
                <a:solidFill>
                  <a:srgbClr val="4B5563"/>
                </a:solidFill>
              </a:rPr>
              <a:t>Add questions, answer choices, and a timer.</a:t>
            </a:r>
          </a:p>
        </p:txBody>
      </p:sp>
      <p:sp>
        <p:nvSpPr>
          <p:cNvPr id="9" name="overview-1-num">
            <a:extLst xmlns:a="http://schemas.openxmlformats.org/drawingml/2006/main">
              <a:ext uri="{FF2B5EF4-FFF2-40B4-BE49-F238E27FC236}">
                <a16:creationId xmlns:a16="http://schemas.microsoft.com/office/drawing/2014/main" id="{287CEFBD-C0B3-4D12-AC64-EEE565BA69A7}"/>
              </a:ext>
            </a:extLst>
          </p:cNvPr>
          <p:cNvSpPr>
            <a:spLocks xmlns:a="http://schemas.openxmlformats.org/drawingml/2006/main" noGrp="1"/>
          </p:cNvSpPr>
          <p:nvPr/>
        </p:nvSpPr>
        <p:spPr>
          <a:xfrm xmlns:a="http://schemas.openxmlformats.org/drawingml/2006/main">
            <a:off x="704850" y="39433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EB0000"/>
                </a:solidFill>
              </a:defRPr>
            </a:defPPr>
            <a:lvl1pPr algn="l">
              <a:defRPr sz="1650" b="1">
                <a:solidFill>
                  <a:srgbClr val="EB0000"/>
                </a:solidFill>
              </a:defRPr>
            </a:lvl1pPr>
            <a:lvl2pPr algn="l">
              <a:defRPr sz="1650" b="1">
                <a:solidFill>
                  <a:srgbClr val="EB0000"/>
                </a:solidFill>
              </a:defRPr>
            </a:lvl2pPr>
            <a:lvl3pPr algn="l">
              <a:defRPr sz="1650" b="1">
                <a:solidFill>
                  <a:srgbClr val="EB0000"/>
                </a:solidFill>
              </a:defRPr>
            </a:lvl3pPr>
            <a:lvl4pPr algn="l">
              <a:defRPr sz="1650" b="1">
                <a:solidFill>
                  <a:srgbClr val="EB0000"/>
                </a:solidFill>
              </a:defRPr>
            </a:lvl4pPr>
            <a:lvl5pPr algn="l">
              <a:defRPr sz="1650" b="1">
                <a:solidFill>
                  <a:srgbClr val="EB0000"/>
                </a:solidFill>
              </a:defRPr>
            </a:lvl5pPr>
            <a:lvl6pPr algn="l">
              <a:defRPr sz="1650" b="1">
                <a:solidFill>
                  <a:srgbClr val="EB0000"/>
                </a:solidFill>
              </a:defRPr>
            </a:lvl6pPr>
            <a:lvl7pPr algn="l">
              <a:defRPr sz="1650" b="1">
                <a:solidFill>
                  <a:srgbClr val="EB0000"/>
                </a:solidFill>
              </a:defRPr>
            </a:lvl7pPr>
            <a:lvl8pPr algn="l">
              <a:defRPr sz="1650" b="1">
                <a:solidFill>
                  <a:srgbClr val="EB0000"/>
                </a:solidFill>
              </a:defRPr>
            </a:lvl8pPr>
            <a:lvl9pPr algn="l">
              <a:defRPr sz="1650" b="1">
                <a:solidFill>
                  <a:srgbClr val="EB0000"/>
                </a:solidFill>
              </a:defRPr>
            </a:lvl9pPr>
          </a:lstStyle>
          <a:p xmlns:a="http://schemas.openxmlformats.org/drawingml/2006/main">
            <a:pPr algn="l">
              <a:defRPr sz="1650" b="1">
                <a:solidFill>
                  <a:srgbClr val="EB0000"/>
                </a:solidFill>
              </a:defRPr>
            </a:pPr>
            <a:r>
              <a:rPr sz="1650" b="1">
                <a:solidFill>
                  <a:srgbClr val="EB0000"/>
                </a:solidFill>
              </a:rPr>
              <a:t>02</a:t>
            </a:r>
          </a:p>
        </p:txBody>
      </p:sp>
      <p:sp>
        <p:nvSpPr>
          <p:cNvPr id="10" name="overview-1-label">
            <a:extLst xmlns:a="http://schemas.openxmlformats.org/drawingml/2006/main">
              <a:ext uri="{FF2B5EF4-FFF2-40B4-BE49-F238E27FC236}">
                <a16:creationId xmlns:a16="http://schemas.microsoft.com/office/drawing/2014/main" id="{56FE1C6A-47CE-449C-B13C-038F50826962}"/>
              </a:ext>
            </a:extLst>
          </p:cNvPr>
          <p:cNvSpPr>
            <a:spLocks xmlns:a="http://schemas.openxmlformats.org/drawingml/2006/main" noGrp="1"/>
          </p:cNvSpPr>
          <p:nvPr/>
        </p:nvSpPr>
        <p:spPr>
          <a:xfrm xmlns:a="http://schemas.openxmlformats.org/drawingml/2006/main">
            <a:off x="1562100" y="392430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5B1E91"/>
                </a:solidFill>
              </a:defRPr>
            </a:defPPr>
            <a:lvl1pPr algn="l">
              <a:defRPr sz="2025" b="1">
                <a:solidFill>
                  <a:srgbClr val="5B1E91"/>
                </a:solidFill>
              </a:defRPr>
            </a:lvl1pPr>
            <a:lvl2pPr algn="l">
              <a:defRPr sz="2025" b="1">
                <a:solidFill>
                  <a:srgbClr val="5B1E91"/>
                </a:solidFill>
              </a:defRPr>
            </a:lvl2pPr>
            <a:lvl3pPr algn="l">
              <a:defRPr sz="2025" b="1">
                <a:solidFill>
                  <a:srgbClr val="5B1E91"/>
                </a:solidFill>
              </a:defRPr>
            </a:lvl3pPr>
            <a:lvl4pPr algn="l">
              <a:defRPr sz="2025" b="1">
                <a:solidFill>
                  <a:srgbClr val="5B1E91"/>
                </a:solidFill>
              </a:defRPr>
            </a:lvl4pPr>
            <a:lvl5pPr algn="l">
              <a:defRPr sz="2025" b="1">
                <a:solidFill>
                  <a:srgbClr val="5B1E91"/>
                </a:solidFill>
              </a:defRPr>
            </a:lvl5pPr>
            <a:lvl6pPr algn="l">
              <a:defRPr sz="2025" b="1">
                <a:solidFill>
                  <a:srgbClr val="5B1E91"/>
                </a:solidFill>
              </a:defRPr>
            </a:lvl6pPr>
            <a:lvl7pPr algn="l">
              <a:defRPr sz="2025" b="1">
                <a:solidFill>
                  <a:srgbClr val="5B1E91"/>
                </a:solidFill>
              </a:defRPr>
            </a:lvl7pPr>
            <a:lvl8pPr algn="l">
              <a:defRPr sz="2025" b="1">
                <a:solidFill>
                  <a:srgbClr val="5B1E91"/>
                </a:solidFill>
              </a:defRPr>
            </a:lvl8pPr>
            <a:lvl9pPr algn="l">
              <a:defRPr sz="2025" b="1">
                <a:solidFill>
                  <a:srgbClr val="5B1E91"/>
                </a:solidFill>
              </a:defRPr>
            </a:lvl9pPr>
          </a:lstStyle>
          <a:p xmlns:a="http://schemas.openxmlformats.org/drawingml/2006/main">
            <a:pPr algn="l">
              <a:defRPr sz="2025" b="1">
                <a:solidFill>
                  <a:srgbClr val="5B1E91"/>
                </a:solidFill>
              </a:defRPr>
            </a:pPr>
            <a:r>
              <a:rPr sz="2025" b="1">
                <a:solidFill>
                  <a:srgbClr val="5B1E91"/>
                </a:solidFill>
              </a:rPr>
              <a:t>Invite</a:t>
            </a:r>
          </a:p>
        </p:txBody>
      </p:sp>
      <p:sp>
        <p:nvSpPr>
          <p:cNvPr id="11" name="overview-1-desc">
            <a:extLst xmlns:a="http://schemas.openxmlformats.org/drawingml/2006/main">
              <a:ext uri="{FF2B5EF4-FFF2-40B4-BE49-F238E27FC236}">
                <a16:creationId xmlns:a16="http://schemas.microsoft.com/office/drawing/2014/main" id="{C5D7239E-05C5-4C05-9D0B-E9935502327A}"/>
              </a:ext>
            </a:extLst>
          </p:cNvPr>
          <p:cNvSpPr>
            <a:spLocks xmlns:a="http://schemas.openxmlformats.org/drawingml/2006/main" noGrp="1"/>
          </p:cNvSpPr>
          <p:nvPr/>
        </p:nvSpPr>
        <p:spPr>
          <a:xfrm xmlns:a="http://schemas.openxmlformats.org/drawingml/2006/main">
            <a:off x="3371850" y="394335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4B5563"/>
                </a:solidFill>
              </a:defRPr>
            </a:defPPr>
            <a:lvl1pPr algn="l">
              <a:defRPr sz="1575" b="0">
                <a:solidFill>
                  <a:srgbClr val="4B5563"/>
                </a:solidFill>
              </a:defRPr>
            </a:lvl1pPr>
            <a:lvl2pPr algn="l">
              <a:defRPr sz="1575" b="0">
                <a:solidFill>
                  <a:srgbClr val="4B5563"/>
                </a:solidFill>
              </a:defRPr>
            </a:lvl2pPr>
            <a:lvl3pPr algn="l">
              <a:defRPr sz="1575" b="0">
                <a:solidFill>
                  <a:srgbClr val="4B5563"/>
                </a:solidFill>
              </a:defRPr>
            </a:lvl3pPr>
            <a:lvl4pPr algn="l">
              <a:defRPr sz="1575" b="0">
                <a:solidFill>
                  <a:srgbClr val="4B5563"/>
                </a:solidFill>
              </a:defRPr>
            </a:lvl4pPr>
            <a:lvl5pPr algn="l">
              <a:defRPr sz="1575" b="0">
                <a:solidFill>
                  <a:srgbClr val="4B5563"/>
                </a:solidFill>
              </a:defRPr>
            </a:lvl5pPr>
            <a:lvl6pPr algn="l">
              <a:defRPr sz="1575" b="0">
                <a:solidFill>
                  <a:srgbClr val="4B5563"/>
                </a:solidFill>
              </a:defRPr>
            </a:lvl6pPr>
            <a:lvl7pPr algn="l">
              <a:defRPr sz="1575" b="0">
                <a:solidFill>
                  <a:srgbClr val="4B5563"/>
                </a:solidFill>
              </a:defRPr>
            </a:lvl7pPr>
            <a:lvl8pPr algn="l">
              <a:defRPr sz="1575" b="0">
                <a:solidFill>
                  <a:srgbClr val="4B5563"/>
                </a:solidFill>
              </a:defRPr>
            </a:lvl8pPr>
            <a:lvl9pPr algn="l">
              <a:defRPr sz="1575" b="0">
                <a:solidFill>
                  <a:srgbClr val="4B5563"/>
                </a:solidFill>
              </a:defRPr>
            </a:lvl9pPr>
          </a:lstStyle>
          <a:p xmlns:a="http://schemas.openxmlformats.org/drawingml/2006/main">
            <a:pPr algn="l">
              <a:defRPr sz="1575" b="0">
                <a:solidFill>
                  <a:srgbClr val="4B5563"/>
                </a:solidFill>
              </a:defRPr>
            </a:pPr>
            <a:r>
              <a:rPr sz="1575" b="0">
                <a:solidFill>
                  <a:srgbClr val="4B5563"/>
                </a:solidFill>
              </a:rPr>
              <a:t>Share the participant link. People join with a display name.</a:t>
            </a:r>
          </a:p>
        </p:txBody>
      </p:sp>
      <p:sp>
        <p:nvSpPr>
          <p:cNvPr id="12" name="overview-2-num">
            <a:extLst xmlns:a="http://schemas.openxmlformats.org/drawingml/2006/main">
              <a:ext uri="{FF2B5EF4-FFF2-40B4-BE49-F238E27FC236}">
                <a16:creationId xmlns:a16="http://schemas.microsoft.com/office/drawing/2014/main" id="{500B0A1D-F28B-4B6B-AE1E-4A3A99CD8EE6}"/>
              </a:ext>
            </a:extLst>
          </p:cNvPr>
          <p:cNvSpPr>
            <a:spLocks xmlns:a="http://schemas.openxmlformats.org/drawingml/2006/main" noGrp="1"/>
          </p:cNvSpPr>
          <p:nvPr/>
        </p:nvSpPr>
        <p:spPr>
          <a:xfrm xmlns:a="http://schemas.openxmlformats.org/drawingml/2006/main">
            <a:off x="704850" y="502920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EB0000"/>
                </a:solidFill>
              </a:defRPr>
            </a:defPPr>
            <a:lvl1pPr algn="l">
              <a:defRPr sz="1650" b="1">
                <a:solidFill>
                  <a:srgbClr val="EB0000"/>
                </a:solidFill>
              </a:defRPr>
            </a:lvl1pPr>
            <a:lvl2pPr algn="l">
              <a:defRPr sz="1650" b="1">
                <a:solidFill>
                  <a:srgbClr val="EB0000"/>
                </a:solidFill>
              </a:defRPr>
            </a:lvl2pPr>
            <a:lvl3pPr algn="l">
              <a:defRPr sz="1650" b="1">
                <a:solidFill>
                  <a:srgbClr val="EB0000"/>
                </a:solidFill>
              </a:defRPr>
            </a:lvl3pPr>
            <a:lvl4pPr algn="l">
              <a:defRPr sz="1650" b="1">
                <a:solidFill>
                  <a:srgbClr val="EB0000"/>
                </a:solidFill>
              </a:defRPr>
            </a:lvl4pPr>
            <a:lvl5pPr algn="l">
              <a:defRPr sz="1650" b="1">
                <a:solidFill>
                  <a:srgbClr val="EB0000"/>
                </a:solidFill>
              </a:defRPr>
            </a:lvl5pPr>
            <a:lvl6pPr algn="l">
              <a:defRPr sz="1650" b="1">
                <a:solidFill>
                  <a:srgbClr val="EB0000"/>
                </a:solidFill>
              </a:defRPr>
            </a:lvl6pPr>
            <a:lvl7pPr algn="l">
              <a:defRPr sz="1650" b="1">
                <a:solidFill>
                  <a:srgbClr val="EB0000"/>
                </a:solidFill>
              </a:defRPr>
            </a:lvl7pPr>
            <a:lvl8pPr algn="l">
              <a:defRPr sz="1650" b="1">
                <a:solidFill>
                  <a:srgbClr val="EB0000"/>
                </a:solidFill>
              </a:defRPr>
            </a:lvl8pPr>
            <a:lvl9pPr algn="l">
              <a:defRPr sz="1650" b="1">
                <a:solidFill>
                  <a:srgbClr val="EB0000"/>
                </a:solidFill>
              </a:defRPr>
            </a:lvl9pPr>
          </a:lstStyle>
          <a:p xmlns:a="http://schemas.openxmlformats.org/drawingml/2006/main">
            <a:pPr algn="l">
              <a:defRPr sz="1650" b="1">
                <a:solidFill>
                  <a:srgbClr val="EB0000"/>
                </a:solidFill>
              </a:defRPr>
            </a:pPr>
            <a:r>
              <a:rPr sz="1650" b="1">
                <a:solidFill>
                  <a:srgbClr val="EB0000"/>
                </a:solidFill>
              </a:rPr>
              <a:t>03</a:t>
            </a:r>
          </a:p>
        </p:txBody>
      </p:sp>
      <p:sp>
        <p:nvSpPr>
          <p:cNvPr id="13" name="overview-2-label">
            <a:extLst xmlns:a="http://schemas.openxmlformats.org/drawingml/2006/main">
              <a:ext uri="{FF2B5EF4-FFF2-40B4-BE49-F238E27FC236}">
                <a16:creationId xmlns:a16="http://schemas.microsoft.com/office/drawing/2014/main" id="{BEF2CF59-1C43-46DE-8328-848421A32A2D}"/>
              </a:ext>
            </a:extLst>
          </p:cNvPr>
          <p:cNvSpPr>
            <a:spLocks xmlns:a="http://schemas.openxmlformats.org/drawingml/2006/main" noGrp="1"/>
          </p:cNvSpPr>
          <p:nvPr/>
        </p:nvSpPr>
        <p:spPr>
          <a:xfrm xmlns:a="http://schemas.openxmlformats.org/drawingml/2006/main">
            <a:off x="1562100" y="50101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5B1E91"/>
                </a:solidFill>
              </a:defRPr>
            </a:defPPr>
            <a:lvl1pPr algn="l">
              <a:defRPr sz="2025" b="1">
                <a:solidFill>
                  <a:srgbClr val="5B1E91"/>
                </a:solidFill>
              </a:defRPr>
            </a:lvl1pPr>
            <a:lvl2pPr algn="l">
              <a:defRPr sz="2025" b="1">
                <a:solidFill>
                  <a:srgbClr val="5B1E91"/>
                </a:solidFill>
              </a:defRPr>
            </a:lvl2pPr>
            <a:lvl3pPr algn="l">
              <a:defRPr sz="2025" b="1">
                <a:solidFill>
                  <a:srgbClr val="5B1E91"/>
                </a:solidFill>
              </a:defRPr>
            </a:lvl3pPr>
            <a:lvl4pPr algn="l">
              <a:defRPr sz="2025" b="1">
                <a:solidFill>
                  <a:srgbClr val="5B1E91"/>
                </a:solidFill>
              </a:defRPr>
            </a:lvl4pPr>
            <a:lvl5pPr algn="l">
              <a:defRPr sz="2025" b="1">
                <a:solidFill>
                  <a:srgbClr val="5B1E91"/>
                </a:solidFill>
              </a:defRPr>
            </a:lvl5pPr>
            <a:lvl6pPr algn="l">
              <a:defRPr sz="2025" b="1">
                <a:solidFill>
                  <a:srgbClr val="5B1E91"/>
                </a:solidFill>
              </a:defRPr>
            </a:lvl6pPr>
            <a:lvl7pPr algn="l">
              <a:defRPr sz="2025" b="1">
                <a:solidFill>
                  <a:srgbClr val="5B1E91"/>
                </a:solidFill>
              </a:defRPr>
            </a:lvl7pPr>
            <a:lvl8pPr algn="l">
              <a:defRPr sz="2025" b="1">
                <a:solidFill>
                  <a:srgbClr val="5B1E91"/>
                </a:solidFill>
              </a:defRPr>
            </a:lvl8pPr>
            <a:lvl9pPr algn="l">
              <a:defRPr sz="2025" b="1">
                <a:solidFill>
                  <a:srgbClr val="5B1E91"/>
                </a:solidFill>
              </a:defRPr>
            </a:lvl9pPr>
          </a:lstStyle>
          <a:p xmlns:a="http://schemas.openxmlformats.org/drawingml/2006/main">
            <a:pPr algn="l">
              <a:defRPr sz="2025" b="1">
                <a:solidFill>
                  <a:srgbClr val="5B1E91"/>
                </a:solidFill>
              </a:defRPr>
            </a:pPr>
            <a:r>
              <a:rPr sz="2025" b="1">
                <a:solidFill>
                  <a:srgbClr val="5B1E91"/>
                </a:solidFill>
              </a:rPr>
              <a:t>Play</a:t>
            </a:r>
          </a:p>
        </p:txBody>
      </p:sp>
      <p:sp>
        <p:nvSpPr>
          <p:cNvPr id="14" name="overview-2-desc">
            <a:extLst xmlns:a="http://schemas.openxmlformats.org/drawingml/2006/main">
              <a:ext uri="{FF2B5EF4-FFF2-40B4-BE49-F238E27FC236}">
                <a16:creationId xmlns:a16="http://schemas.microsoft.com/office/drawing/2014/main" id="{BB72F3D9-6061-4E51-8E73-FAEBE8D860F6}"/>
              </a:ext>
            </a:extLst>
          </p:cNvPr>
          <p:cNvSpPr>
            <a:spLocks xmlns:a="http://schemas.openxmlformats.org/drawingml/2006/main" noGrp="1"/>
          </p:cNvSpPr>
          <p:nvPr/>
        </p:nvSpPr>
        <p:spPr>
          <a:xfrm xmlns:a="http://schemas.openxmlformats.org/drawingml/2006/main">
            <a:off x="3371850" y="5029200"/>
            <a:ext cx="752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4B5563"/>
                </a:solidFill>
              </a:defRPr>
            </a:defPPr>
            <a:lvl1pPr algn="l">
              <a:defRPr sz="1575" b="0">
                <a:solidFill>
                  <a:srgbClr val="4B5563"/>
                </a:solidFill>
              </a:defRPr>
            </a:lvl1pPr>
            <a:lvl2pPr algn="l">
              <a:defRPr sz="1575" b="0">
                <a:solidFill>
                  <a:srgbClr val="4B5563"/>
                </a:solidFill>
              </a:defRPr>
            </a:lvl2pPr>
            <a:lvl3pPr algn="l">
              <a:defRPr sz="1575" b="0">
                <a:solidFill>
                  <a:srgbClr val="4B5563"/>
                </a:solidFill>
              </a:defRPr>
            </a:lvl3pPr>
            <a:lvl4pPr algn="l">
              <a:defRPr sz="1575" b="0">
                <a:solidFill>
                  <a:srgbClr val="4B5563"/>
                </a:solidFill>
              </a:defRPr>
            </a:lvl4pPr>
            <a:lvl5pPr algn="l">
              <a:defRPr sz="1575" b="0">
                <a:solidFill>
                  <a:srgbClr val="4B5563"/>
                </a:solidFill>
              </a:defRPr>
            </a:lvl5pPr>
            <a:lvl6pPr algn="l">
              <a:defRPr sz="1575" b="0">
                <a:solidFill>
                  <a:srgbClr val="4B5563"/>
                </a:solidFill>
              </a:defRPr>
            </a:lvl6pPr>
            <a:lvl7pPr algn="l">
              <a:defRPr sz="1575" b="0">
                <a:solidFill>
                  <a:srgbClr val="4B5563"/>
                </a:solidFill>
              </a:defRPr>
            </a:lvl7pPr>
            <a:lvl8pPr algn="l">
              <a:defRPr sz="1575" b="0">
                <a:solidFill>
                  <a:srgbClr val="4B5563"/>
                </a:solidFill>
              </a:defRPr>
            </a:lvl8pPr>
            <a:lvl9pPr algn="l">
              <a:defRPr sz="1575" b="0">
                <a:solidFill>
                  <a:srgbClr val="4B5563"/>
                </a:solidFill>
              </a:defRPr>
            </a:lvl9pPr>
          </a:lstStyle>
          <a:p xmlns:a="http://schemas.openxmlformats.org/drawingml/2006/main">
            <a:pPr algn="l">
              <a:defRPr sz="1575" b="0">
                <a:solidFill>
                  <a:srgbClr val="4B5563"/>
                </a:solidFill>
              </a:defRPr>
            </a:pPr>
            <a:r>
              <a:rPr sz="1575" b="0">
                <a:solidFill>
                  <a:srgbClr val="4B5563"/>
                </a:solidFill>
              </a:rPr>
              <a:t>Answer before time runs out; standings update between questions.</a:t>
            </a:r>
          </a:p>
        </p:txBody>
      </p:sp>
    </p:spTree>
    <p:extLst>
      <p:ext uri="{BB962C8B-B14F-4D97-AF65-F5344CB8AC3E}">
        <p14:creationId xmlns:p14="http://schemas.microsoft.com/office/powerpoint/2010/main" val="17227738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3-title">
            <a:extLst xmlns:a="http://schemas.openxmlformats.org/drawingml/2006/main">
              <a:ext uri="{FF2B5EF4-FFF2-40B4-BE49-F238E27FC236}">
                <a16:creationId xmlns:a16="http://schemas.microsoft.com/office/drawing/2014/main" id="{C5A3DABE-B016-44D4-A5C0-D9FBFD2B6091}"/>
              </a:ext>
            </a:extLst>
          </p:cNvPr>
          <p:cNvSpPr>
            <a:spLocks xmlns:a="http://schemas.openxmlformats.org/drawingml/2006/main" noGrp="1"/>
          </p:cNvSpPr>
          <p:nvPr/>
        </p:nvSpPr>
        <p:spPr>
          <a:xfrm xmlns:a="http://schemas.openxmlformats.org/drawingml/2006/main">
            <a:off x="685800" y="4953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a:solidFill>
                  <a:srgbClr val="5B1E91"/>
                </a:solidFill>
              </a:defRPr>
            </a:defPPr>
            <a:lvl1pPr algn="l">
              <a:defRPr sz="2700" b="1">
                <a:solidFill>
                  <a:srgbClr val="5B1E91"/>
                </a:solidFill>
              </a:defRPr>
            </a:lvl1pPr>
            <a:lvl2pPr algn="l">
              <a:defRPr sz="2700" b="1">
                <a:solidFill>
                  <a:srgbClr val="5B1E91"/>
                </a:solidFill>
              </a:defRPr>
            </a:lvl2pPr>
            <a:lvl3pPr algn="l">
              <a:defRPr sz="2700" b="1">
                <a:solidFill>
                  <a:srgbClr val="5B1E91"/>
                </a:solidFill>
              </a:defRPr>
            </a:lvl3pPr>
            <a:lvl4pPr algn="l">
              <a:defRPr sz="2700" b="1">
                <a:solidFill>
                  <a:srgbClr val="5B1E91"/>
                </a:solidFill>
              </a:defRPr>
            </a:lvl4pPr>
            <a:lvl5pPr algn="l">
              <a:defRPr sz="2700" b="1">
                <a:solidFill>
                  <a:srgbClr val="5B1E91"/>
                </a:solidFill>
              </a:defRPr>
            </a:lvl5pPr>
            <a:lvl6pPr algn="l">
              <a:defRPr sz="2700" b="1">
                <a:solidFill>
                  <a:srgbClr val="5B1E91"/>
                </a:solidFill>
              </a:defRPr>
            </a:lvl6pPr>
            <a:lvl7pPr algn="l">
              <a:defRPr sz="2700" b="1">
                <a:solidFill>
                  <a:srgbClr val="5B1E91"/>
                </a:solidFill>
              </a:defRPr>
            </a:lvl7pPr>
            <a:lvl8pPr algn="l">
              <a:defRPr sz="2700" b="1">
                <a:solidFill>
                  <a:srgbClr val="5B1E91"/>
                </a:solidFill>
              </a:defRPr>
            </a:lvl8pPr>
            <a:lvl9pPr algn="l">
              <a:defRPr sz="2700" b="1">
                <a:solidFill>
                  <a:srgbClr val="5B1E91"/>
                </a:solidFill>
              </a:defRPr>
            </a:lvl9pPr>
          </a:lstStyle>
          <a:p xmlns:a="http://schemas.openxmlformats.org/drawingml/2006/main">
            <a:pPr algn="l">
              <a:defRPr sz="2700" b="1">
                <a:solidFill>
                  <a:srgbClr val="5B1E91"/>
                </a:solidFill>
              </a:defRPr>
            </a:pPr>
            <a:r>
              <a:rPr sz="2700" b="1">
                <a:solidFill>
                  <a:srgbClr val="5B1E91"/>
                </a:solidFill>
              </a:rPr>
              <a:t>Your turn: join the quiz</a:t>
            </a:r>
          </a:p>
        </p:txBody>
      </p:sp>
      <p:sp>
        <p:nvSpPr>
          <p:cNvPr id="2" name="slide-3-rule">
            <a:extLst xmlns:a="http://schemas.openxmlformats.org/drawingml/2006/main">
              <a:ext uri="{FF2B5EF4-FFF2-40B4-BE49-F238E27FC236}">
                <a16:creationId xmlns:a16="http://schemas.microsoft.com/office/drawing/2014/main" id="{9785B156-5689-4A20-8C43-1182B14748F7}"/>
              </a:ext>
            </a:extLst>
          </p:cNvPr>
          <p:cNvSpPr>
            <a:spLocks xmlns:a="http://schemas.openxmlformats.org/drawingml/2006/main" noGrp="1"/>
          </p:cNvSpPr>
          <p:nvPr/>
        </p:nvSpPr>
        <p:spPr>
          <a:xfrm xmlns:a="http://schemas.openxmlformats.org/drawingml/2006/main">
            <a:off x="685800" y="1238250"/>
            <a:ext cx="742950" cy="57150"/>
          </a:xfrm>
          <a:prstGeom xmlns:a="http://schemas.openxmlformats.org/drawingml/2006/main" prst="rect">
            <a:avLst/>
          </a:prstGeom>
          <a:solidFill xmlns:a="http://schemas.openxmlformats.org/drawingml/2006/main">
            <a:srgbClr val="EB0000"/>
          </a:solidFill>
          <a:ln xmlns:a="http://schemas.openxmlformats.org/drawingml/2006/main" w="0">
            <a:noFill/>
            <a:prstDash val="solid"/>
          </a:ln>
        </p:spPr>
      </p:sp>
      <p:sp>
        <p:nvSpPr>
          <p:cNvPr id="3" name="slide-3-time">
            <a:extLst xmlns:a="http://schemas.openxmlformats.org/drawingml/2006/main">
              <a:ext uri="{FF2B5EF4-FFF2-40B4-BE49-F238E27FC236}">
                <a16:creationId xmlns:a16="http://schemas.microsoft.com/office/drawing/2014/main" id="{1CD212ED-B8E9-4128-A8F2-A3F10D028821}"/>
              </a:ext>
            </a:extLst>
          </p:cNvPr>
          <p:cNvSpPr>
            <a:spLocks xmlns:a="http://schemas.openxmlformats.org/drawingml/2006/main" noGrp="1"/>
          </p:cNvSpPr>
          <p:nvPr/>
        </p:nvSpPr>
        <p:spPr>
          <a:xfrm xmlns:a="http://schemas.openxmlformats.org/drawingml/2006/main">
            <a:off x="10287000" y="5524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0">
                <a:solidFill>
                  <a:srgbClr val="4B5563"/>
                </a:solidFill>
              </a:defRPr>
            </a:defPPr>
            <a:lvl1pPr algn="r">
              <a:defRPr sz="1125" b="0">
                <a:solidFill>
                  <a:srgbClr val="4B5563"/>
                </a:solidFill>
              </a:defRPr>
            </a:lvl1pPr>
            <a:lvl2pPr algn="r">
              <a:defRPr sz="1125" b="0">
                <a:solidFill>
                  <a:srgbClr val="4B5563"/>
                </a:solidFill>
              </a:defRPr>
            </a:lvl2pPr>
            <a:lvl3pPr algn="r">
              <a:defRPr sz="1125" b="0">
                <a:solidFill>
                  <a:srgbClr val="4B5563"/>
                </a:solidFill>
              </a:defRPr>
            </a:lvl3pPr>
            <a:lvl4pPr algn="r">
              <a:defRPr sz="1125" b="0">
                <a:solidFill>
                  <a:srgbClr val="4B5563"/>
                </a:solidFill>
              </a:defRPr>
            </a:lvl4pPr>
            <a:lvl5pPr algn="r">
              <a:defRPr sz="1125" b="0">
                <a:solidFill>
                  <a:srgbClr val="4B5563"/>
                </a:solidFill>
              </a:defRPr>
            </a:lvl5pPr>
            <a:lvl6pPr algn="r">
              <a:defRPr sz="1125" b="0">
                <a:solidFill>
                  <a:srgbClr val="4B5563"/>
                </a:solidFill>
              </a:defRPr>
            </a:lvl6pPr>
            <a:lvl7pPr algn="r">
              <a:defRPr sz="1125" b="0">
                <a:solidFill>
                  <a:srgbClr val="4B5563"/>
                </a:solidFill>
              </a:defRPr>
            </a:lvl7pPr>
            <a:lvl8pPr algn="r">
              <a:defRPr sz="1125" b="0">
                <a:solidFill>
                  <a:srgbClr val="4B5563"/>
                </a:solidFill>
              </a:defRPr>
            </a:lvl8pPr>
            <a:lvl9pPr algn="r">
              <a:defRPr sz="1125" b="0">
                <a:solidFill>
                  <a:srgbClr val="4B5563"/>
                </a:solidFill>
              </a:defRPr>
            </a:lvl9pPr>
          </a:lstStyle>
          <a:p xmlns:a="http://schemas.openxmlformats.org/drawingml/2006/main">
            <a:pPr algn="r">
              <a:defRPr sz="1125" b="0">
                <a:solidFill>
                  <a:srgbClr val="4B5563"/>
                </a:solidFill>
              </a:defRPr>
            </a:pPr>
            <a:r>
              <a:rPr sz="1125" b="0">
                <a:solidFill>
                  <a:srgbClr val="4B5563"/>
                </a:solidFill>
              </a:rPr>
              <a:t>1:45</a:t>
            </a:r>
          </a:p>
        </p:txBody>
      </p:sp>
      <p:sp>
        <p:nvSpPr>
          <p:cNvPr id="4" name="slide-3-number">
            <a:extLst xmlns:a="http://schemas.openxmlformats.org/drawingml/2006/main">
              <a:ext uri="{FF2B5EF4-FFF2-40B4-BE49-F238E27FC236}">
                <a16:creationId xmlns:a16="http://schemas.microsoft.com/office/drawing/2014/main" id="{7ACA7930-5D31-460A-AFB3-6872FEE1D076}"/>
              </a:ext>
            </a:extLst>
          </p:cNvPr>
          <p:cNvSpPr>
            <a:spLocks xmlns:a="http://schemas.openxmlformats.org/drawingml/2006/main" noGrp="1"/>
          </p:cNvSpPr>
          <p:nvPr/>
        </p:nvSpPr>
        <p:spPr>
          <a:xfrm xmlns:a="http://schemas.openxmlformats.org/drawingml/2006/main">
            <a:off x="10382250" y="64198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0">
                <a:solidFill>
                  <a:srgbClr val="4B5563"/>
                </a:solidFill>
              </a:defRPr>
            </a:defPPr>
            <a:lvl1pPr algn="r">
              <a:defRPr sz="975" b="0">
                <a:solidFill>
                  <a:srgbClr val="4B5563"/>
                </a:solidFill>
              </a:defRPr>
            </a:lvl1pPr>
            <a:lvl2pPr algn="r">
              <a:defRPr sz="975" b="0">
                <a:solidFill>
                  <a:srgbClr val="4B5563"/>
                </a:solidFill>
              </a:defRPr>
            </a:lvl2pPr>
            <a:lvl3pPr algn="r">
              <a:defRPr sz="975" b="0">
                <a:solidFill>
                  <a:srgbClr val="4B5563"/>
                </a:solidFill>
              </a:defRPr>
            </a:lvl3pPr>
            <a:lvl4pPr algn="r">
              <a:defRPr sz="975" b="0">
                <a:solidFill>
                  <a:srgbClr val="4B5563"/>
                </a:solidFill>
              </a:defRPr>
            </a:lvl4pPr>
            <a:lvl5pPr algn="r">
              <a:defRPr sz="975" b="0">
                <a:solidFill>
                  <a:srgbClr val="4B5563"/>
                </a:solidFill>
              </a:defRPr>
            </a:lvl5pPr>
            <a:lvl6pPr algn="r">
              <a:defRPr sz="975" b="0">
                <a:solidFill>
                  <a:srgbClr val="4B5563"/>
                </a:solidFill>
              </a:defRPr>
            </a:lvl6pPr>
            <a:lvl7pPr algn="r">
              <a:defRPr sz="975" b="0">
                <a:solidFill>
                  <a:srgbClr val="4B5563"/>
                </a:solidFill>
              </a:defRPr>
            </a:lvl7pPr>
            <a:lvl8pPr algn="r">
              <a:defRPr sz="975" b="0">
                <a:solidFill>
                  <a:srgbClr val="4B5563"/>
                </a:solidFill>
              </a:defRPr>
            </a:lvl8pPr>
            <a:lvl9pPr algn="r">
              <a:defRPr sz="975" b="0">
                <a:solidFill>
                  <a:srgbClr val="4B5563"/>
                </a:solidFill>
              </a:defRPr>
            </a:lvl9pPr>
          </a:lstStyle>
          <a:p xmlns:a="http://schemas.openxmlformats.org/drawingml/2006/main">
            <a:pPr algn="r">
              <a:defRPr sz="975" b="0">
                <a:solidFill>
                  <a:srgbClr val="4B5563"/>
                </a:solidFill>
              </a:defRPr>
            </a:pPr>
            <a:r>
              <a:rPr sz="975" b="0">
                <a:solidFill>
                  <a:srgbClr val="4B5563"/>
                </a:solidFill>
              </a:rPr>
              <a:t>03 / 05</a:t>
            </a:r>
          </a:p>
        </p:txBody>
      </p:sp>
      <p:sp>
        <p:nvSpPr>
          <p:cNvPr id="5" name="join-instruction">
            <a:extLst xmlns:a="http://schemas.openxmlformats.org/drawingml/2006/main">
              <a:ext uri="{FF2B5EF4-FFF2-40B4-BE49-F238E27FC236}">
                <a16:creationId xmlns:a16="http://schemas.microsoft.com/office/drawing/2014/main" id="{E2B447BE-EFA5-4163-A7E3-D7F404F15DB9}"/>
              </a:ext>
            </a:extLst>
          </p:cNvPr>
          <p:cNvSpPr>
            <a:spLocks xmlns:a="http://schemas.openxmlformats.org/drawingml/2006/main" noGrp="1"/>
          </p:cNvSpPr>
          <p:nvPr/>
        </p:nvSpPr>
        <p:spPr>
          <a:xfrm xmlns:a="http://schemas.openxmlformats.org/drawingml/2006/main">
            <a:off x="685800" y="15811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11827"/>
                </a:solidFill>
              </a:defRPr>
            </a:defPPr>
            <a:lvl1pPr algn="l">
              <a:defRPr sz="2550" b="1">
                <a:solidFill>
                  <a:srgbClr val="111827"/>
                </a:solidFill>
              </a:defRPr>
            </a:lvl1pPr>
            <a:lvl2pPr algn="l">
              <a:defRPr sz="2550" b="1">
                <a:solidFill>
                  <a:srgbClr val="111827"/>
                </a:solidFill>
              </a:defRPr>
            </a:lvl2pPr>
            <a:lvl3pPr algn="l">
              <a:defRPr sz="2550" b="1">
                <a:solidFill>
                  <a:srgbClr val="111827"/>
                </a:solidFill>
              </a:defRPr>
            </a:lvl3pPr>
            <a:lvl4pPr algn="l">
              <a:defRPr sz="2550" b="1">
                <a:solidFill>
                  <a:srgbClr val="111827"/>
                </a:solidFill>
              </a:defRPr>
            </a:lvl4pPr>
            <a:lvl5pPr algn="l">
              <a:defRPr sz="2550" b="1">
                <a:solidFill>
                  <a:srgbClr val="111827"/>
                </a:solidFill>
              </a:defRPr>
            </a:lvl5pPr>
            <a:lvl6pPr algn="l">
              <a:defRPr sz="2550" b="1">
                <a:solidFill>
                  <a:srgbClr val="111827"/>
                </a:solidFill>
              </a:defRPr>
            </a:lvl6pPr>
            <a:lvl7pPr algn="l">
              <a:defRPr sz="2550" b="1">
                <a:solidFill>
                  <a:srgbClr val="111827"/>
                </a:solidFill>
              </a:defRPr>
            </a:lvl7pPr>
            <a:lvl8pPr algn="l">
              <a:defRPr sz="2550" b="1">
                <a:solidFill>
                  <a:srgbClr val="111827"/>
                </a:solidFill>
              </a:defRPr>
            </a:lvl8pPr>
            <a:lvl9pPr algn="l">
              <a:defRPr sz="2550" b="1">
                <a:solidFill>
                  <a:srgbClr val="111827"/>
                </a:solidFill>
              </a:defRPr>
            </a:lvl9pPr>
          </a:lstStyle>
          <a:p xmlns:a="http://schemas.openxmlformats.org/drawingml/2006/main">
            <a:pPr algn="l">
              <a:defRPr sz="2550" b="1">
                <a:solidFill>
                  <a:srgbClr val="111827"/>
                </a:solidFill>
              </a:defRPr>
            </a:pPr>
            <a:r>
              <a:rPr sz="2550" b="1">
                <a:solidFill>
                  <a:srgbClr val="111827"/>
                </a:solidFill>
              </a:rPr>
              <a:t>Open this link on your phone</a:t>
            </a:r>
          </a:p>
        </p:txBody>
      </p:sp>
      <p:sp>
        <p:nvSpPr>
          <p:cNvPr id="6" name="join-link-highlight">
            <a:extLst xmlns:a="http://schemas.openxmlformats.org/drawingml/2006/main">
              <a:ext uri="{FF2B5EF4-FFF2-40B4-BE49-F238E27FC236}">
                <a16:creationId xmlns:a16="http://schemas.microsoft.com/office/drawing/2014/main" id="{C0A20428-3E3F-4B40-8FF4-4761B6F123DA}"/>
              </a:ext>
            </a:extLst>
          </p:cNvPr>
          <p:cNvSpPr>
            <a:spLocks xmlns:a="http://schemas.openxmlformats.org/drawingml/2006/main" noGrp="1"/>
          </p:cNvSpPr>
          <p:nvPr/>
        </p:nvSpPr>
        <p:spPr>
          <a:xfrm xmlns:a="http://schemas.openxmlformats.org/drawingml/2006/main">
            <a:off x="685800" y="2400300"/>
            <a:ext cx="8763000" cy="1200150"/>
          </a:xfrm>
          <a:prstGeom xmlns:a="http://schemas.openxmlformats.org/drawingml/2006/main" prst="roundRect">
            <a:avLst>
              <a:gd name="adj" fmla="val 19048"/>
            </a:avLst>
          </a:prstGeom>
          <a:solidFill xmlns:a="http://schemas.openxmlformats.org/drawingml/2006/main">
            <a:srgbClr val="F5F2FA"/>
          </a:solidFill>
          <a:ln xmlns:a="http://schemas.openxmlformats.org/drawingml/2006/main" w="0">
            <a:noFill/>
            <a:prstDash val="solid"/>
          </a:ln>
        </p:spPr>
      </p:sp>
      <p:sp>
        <p:nvSpPr>
          <p:cNvPr id="7" name="join-link-placeholder">
            <a:extLst xmlns:a="http://schemas.openxmlformats.org/drawingml/2006/main">
              <a:ext uri="{FF2B5EF4-FFF2-40B4-BE49-F238E27FC236}">
                <a16:creationId xmlns:a16="http://schemas.microsoft.com/office/drawing/2014/main" id="{DDAE1D89-A931-4ECA-B9C0-347A02B4FC6C}"/>
              </a:ext>
            </a:extLst>
          </p:cNvPr>
          <p:cNvSpPr>
            <a:spLocks xmlns:a="http://schemas.openxmlformats.org/drawingml/2006/main" noGrp="1"/>
          </p:cNvSpPr>
          <p:nvPr/>
        </p:nvSpPr>
        <p:spPr>
          <a:xfrm xmlns:a="http://schemas.openxmlformats.org/drawingml/2006/main">
            <a:off x="990600" y="2647950"/>
            <a:ext cx="8191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5B1E91"/>
                </a:solidFill>
              </a:defRPr>
            </a:defPPr>
            <a:lvl1pPr algn="l">
              <a:defRPr sz="1875" b="1">
                <a:solidFill>
                  <a:srgbClr val="5B1E91"/>
                </a:solidFill>
              </a:defRPr>
            </a:lvl1pPr>
            <a:lvl2pPr algn="l">
              <a:defRPr sz="1875" b="1">
                <a:solidFill>
                  <a:srgbClr val="5B1E91"/>
                </a:solidFill>
              </a:defRPr>
            </a:lvl2pPr>
            <a:lvl3pPr algn="l">
              <a:defRPr sz="1875" b="1">
                <a:solidFill>
                  <a:srgbClr val="5B1E91"/>
                </a:solidFill>
              </a:defRPr>
            </a:lvl3pPr>
            <a:lvl4pPr algn="l">
              <a:defRPr sz="1875" b="1">
                <a:solidFill>
                  <a:srgbClr val="5B1E91"/>
                </a:solidFill>
              </a:defRPr>
            </a:lvl4pPr>
            <a:lvl5pPr algn="l">
              <a:defRPr sz="1875" b="1">
                <a:solidFill>
                  <a:srgbClr val="5B1E91"/>
                </a:solidFill>
              </a:defRPr>
            </a:lvl5pPr>
            <a:lvl6pPr algn="l">
              <a:defRPr sz="1875" b="1">
                <a:solidFill>
                  <a:srgbClr val="5B1E91"/>
                </a:solidFill>
              </a:defRPr>
            </a:lvl6pPr>
            <a:lvl7pPr algn="l">
              <a:defRPr sz="1875" b="1">
                <a:solidFill>
                  <a:srgbClr val="5B1E91"/>
                </a:solidFill>
              </a:defRPr>
            </a:lvl7pPr>
            <a:lvl8pPr algn="l">
              <a:defRPr sz="1875" b="1">
                <a:solidFill>
                  <a:srgbClr val="5B1E91"/>
                </a:solidFill>
              </a:defRPr>
            </a:lvl8pPr>
            <a:lvl9pPr algn="l">
              <a:defRPr sz="1875" b="1">
                <a:solidFill>
                  <a:srgbClr val="5B1E91"/>
                </a:solidFill>
              </a:defRPr>
            </a:lvl9pPr>
          </a:lstStyle>
          <a:p xmlns:a="http://schemas.openxmlformats.org/drawingml/2006/main">
            <a:pPr algn="l">
              <a:defRPr sz="1875" b="1">
                <a:solidFill>
                  <a:srgbClr val="5B1E91"/>
                </a:solidFill>
              </a:defRPr>
            </a:pPr>
            <a:r>
              <a:rPr sz="1875" b="1">
                <a:solidFill>
                  <a:srgbClr val="5B1E91"/>
                </a:solidFill>
              </a:rPr>
              <a:t>[PASTE LIVE PARTICIPANT LINK HERE]</a:t>
            </a:r>
          </a:p>
        </p:txBody>
      </p:sp>
      <p:sp>
        <p:nvSpPr>
          <p:cNvPr id="8" name="join-steps">
            <a:extLst xmlns:a="http://schemas.openxmlformats.org/drawingml/2006/main">
              <a:ext uri="{FF2B5EF4-FFF2-40B4-BE49-F238E27FC236}">
                <a16:creationId xmlns:a16="http://schemas.microsoft.com/office/drawing/2014/main" id="{9755BAF2-A8A3-456A-911E-5F1F02365835}"/>
              </a:ext>
            </a:extLst>
          </p:cNvPr>
          <p:cNvSpPr>
            <a:spLocks xmlns:a="http://schemas.openxmlformats.org/drawingml/2006/main" noGrp="1"/>
          </p:cNvSpPr>
          <p:nvPr/>
        </p:nvSpPr>
        <p:spPr>
          <a:xfrm xmlns:a="http://schemas.openxmlformats.org/drawingml/2006/main">
            <a:off x="723900" y="4057650"/>
            <a:ext cx="1038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4B5563"/>
                </a:solidFill>
              </a:defRPr>
            </a:defPPr>
            <a:lvl1pPr algn="l">
              <a:defRPr sz="1650" b="0">
                <a:solidFill>
                  <a:srgbClr val="4B5563"/>
                </a:solidFill>
              </a:defRPr>
            </a:lvl1pPr>
            <a:lvl2pPr algn="l">
              <a:defRPr sz="1650" b="0">
                <a:solidFill>
                  <a:srgbClr val="4B5563"/>
                </a:solidFill>
              </a:defRPr>
            </a:lvl2pPr>
            <a:lvl3pPr algn="l">
              <a:defRPr sz="1650" b="0">
                <a:solidFill>
                  <a:srgbClr val="4B5563"/>
                </a:solidFill>
              </a:defRPr>
            </a:lvl3pPr>
            <a:lvl4pPr algn="l">
              <a:defRPr sz="1650" b="0">
                <a:solidFill>
                  <a:srgbClr val="4B5563"/>
                </a:solidFill>
              </a:defRPr>
            </a:lvl4pPr>
            <a:lvl5pPr algn="l">
              <a:defRPr sz="1650" b="0">
                <a:solidFill>
                  <a:srgbClr val="4B5563"/>
                </a:solidFill>
              </a:defRPr>
            </a:lvl5pPr>
            <a:lvl6pPr algn="l">
              <a:defRPr sz="1650" b="0">
                <a:solidFill>
                  <a:srgbClr val="4B5563"/>
                </a:solidFill>
              </a:defRPr>
            </a:lvl6pPr>
            <a:lvl7pPr algn="l">
              <a:defRPr sz="1650" b="0">
                <a:solidFill>
                  <a:srgbClr val="4B5563"/>
                </a:solidFill>
              </a:defRPr>
            </a:lvl7pPr>
            <a:lvl8pPr algn="l">
              <a:defRPr sz="1650" b="0">
                <a:solidFill>
                  <a:srgbClr val="4B5563"/>
                </a:solidFill>
              </a:defRPr>
            </a:lvl8pPr>
            <a:lvl9pPr algn="l">
              <a:defRPr sz="1650" b="0">
                <a:solidFill>
                  <a:srgbClr val="4B5563"/>
                </a:solidFill>
              </a:defRPr>
            </a:lvl9pPr>
          </a:lstStyle>
          <a:p xmlns:a="http://schemas.openxmlformats.org/drawingml/2006/main">
            <a:pPr algn="l">
              <a:defRPr sz="1650" b="0">
                <a:solidFill>
                  <a:srgbClr val="4B5563"/>
                </a:solidFill>
              </a:defRPr>
            </a:pPr>
            <a:r>
              <a:rPr sz="1650" b="0">
                <a:solidFill>
                  <a:srgbClr val="4B5563"/>
                </a:solidFill>
              </a:rPr>
              <a:t>Choose a display name  ·  Wait for the host  ·  Answer each question</a:t>
            </a:r>
          </a:p>
        </p:txBody>
      </p:sp>
      <p:sp>
        <p:nvSpPr>
          <p:cNvPr id="9" name="join-live-note">
            <a:extLst xmlns:a="http://schemas.openxmlformats.org/drawingml/2006/main">
              <a:ext uri="{FF2B5EF4-FFF2-40B4-BE49-F238E27FC236}">
                <a16:creationId xmlns:a16="http://schemas.microsoft.com/office/drawing/2014/main" id="{0C94DA08-999F-409B-8B1E-402E3FD82990}"/>
              </a:ext>
            </a:extLst>
          </p:cNvPr>
          <p:cNvSpPr>
            <a:spLocks xmlns:a="http://schemas.openxmlformats.org/drawingml/2006/main" noGrp="1"/>
          </p:cNvSpPr>
          <p:nvPr/>
        </p:nvSpPr>
        <p:spPr>
          <a:xfrm xmlns:a="http://schemas.openxmlformats.org/drawingml/2006/main">
            <a:off x="723900" y="5010150"/>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EB0000"/>
                </a:solidFill>
              </a:defRPr>
            </a:defPPr>
            <a:lvl1pPr algn="l">
              <a:defRPr sz="1875" b="1">
                <a:solidFill>
                  <a:srgbClr val="EB0000"/>
                </a:solidFill>
              </a:defRPr>
            </a:lvl1pPr>
            <a:lvl2pPr algn="l">
              <a:defRPr sz="1875" b="1">
                <a:solidFill>
                  <a:srgbClr val="EB0000"/>
                </a:solidFill>
              </a:defRPr>
            </a:lvl2pPr>
            <a:lvl3pPr algn="l">
              <a:defRPr sz="1875" b="1">
                <a:solidFill>
                  <a:srgbClr val="EB0000"/>
                </a:solidFill>
              </a:defRPr>
            </a:lvl3pPr>
            <a:lvl4pPr algn="l">
              <a:defRPr sz="1875" b="1">
                <a:solidFill>
                  <a:srgbClr val="EB0000"/>
                </a:solidFill>
              </a:defRPr>
            </a:lvl4pPr>
            <a:lvl5pPr algn="l">
              <a:defRPr sz="1875" b="1">
                <a:solidFill>
                  <a:srgbClr val="EB0000"/>
                </a:solidFill>
              </a:defRPr>
            </a:lvl5pPr>
            <a:lvl6pPr algn="l">
              <a:defRPr sz="1875" b="1">
                <a:solidFill>
                  <a:srgbClr val="EB0000"/>
                </a:solidFill>
              </a:defRPr>
            </a:lvl6pPr>
            <a:lvl7pPr algn="l">
              <a:defRPr sz="1875" b="1">
                <a:solidFill>
                  <a:srgbClr val="EB0000"/>
                </a:solidFill>
              </a:defRPr>
            </a:lvl7pPr>
            <a:lvl8pPr algn="l">
              <a:defRPr sz="1875" b="1">
                <a:solidFill>
                  <a:srgbClr val="EB0000"/>
                </a:solidFill>
              </a:defRPr>
            </a:lvl8pPr>
            <a:lvl9pPr algn="l">
              <a:defRPr sz="1875" b="1">
                <a:solidFill>
                  <a:srgbClr val="EB0000"/>
                </a:solidFill>
              </a:defRPr>
            </a:lvl9pPr>
          </a:lstStyle>
          <a:p xmlns:a="http://schemas.openxmlformats.org/drawingml/2006/main">
            <a:pPr algn="l">
              <a:defRPr sz="1875" b="1">
                <a:solidFill>
                  <a:srgbClr val="EB0000"/>
                </a:solidFill>
              </a:defRPr>
            </a:pPr>
            <a:r>
              <a:rPr sz="1875" b="1">
                <a:solidFill>
                  <a:srgbClr val="EB0000"/>
                </a:solidFill>
              </a:rPr>
              <a:t>We’ll play 2–3 quick questions together</a:t>
            </a:r>
          </a:p>
        </p:txBody>
      </p:sp>
    </p:spTree>
    <p:extLst>
      <p:ext uri="{BB962C8B-B14F-4D97-AF65-F5344CB8AC3E}">
        <p14:creationId xmlns:p14="http://schemas.microsoft.com/office/powerpoint/2010/main" val="13358569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4-title">
            <a:extLst xmlns:a="http://schemas.openxmlformats.org/drawingml/2006/main">
              <a:ext uri="{FF2B5EF4-FFF2-40B4-BE49-F238E27FC236}">
                <a16:creationId xmlns:a16="http://schemas.microsoft.com/office/drawing/2014/main" id="{9827E0C4-0CED-4C10-8706-EB2DC8BD427E}"/>
              </a:ext>
            </a:extLst>
          </p:cNvPr>
          <p:cNvSpPr>
            <a:spLocks xmlns:a="http://schemas.openxmlformats.org/drawingml/2006/main" noGrp="1"/>
          </p:cNvSpPr>
          <p:nvPr/>
        </p:nvSpPr>
        <p:spPr>
          <a:xfrm xmlns:a="http://schemas.openxmlformats.org/drawingml/2006/main">
            <a:off x="685800" y="4953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a:solidFill>
                  <a:srgbClr val="5B1E91"/>
                </a:solidFill>
              </a:defRPr>
            </a:defPPr>
            <a:lvl1pPr algn="l">
              <a:defRPr sz="2700" b="1">
                <a:solidFill>
                  <a:srgbClr val="5B1E91"/>
                </a:solidFill>
              </a:defRPr>
            </a:lvl1pPr>
            <a:lvl2pPr algn="l">
              <a:defRPr sz="2700" b="1">
                <a:solidFill>
                  <a:srgbClr val="5B1E91"/>
                </a:solidFill>
              </a:defRPr>
            </a:lvl2pPr>
            <a:lvl3pPr algn="l">
              <a:defRPr sz="2700" b="1">
                <a:solidFill>
                  <a:srgbClr val="5B1E91"/>
                </a:solidFill>
              </a:defRPr>
            </a:lvl3pPr>
            <a:lvl4pPr algn="l">
              <a:defRPr sz="2700" b="1">
                <a:solidFill>
                  <a:srgbClr val="5B1E91"/>
                </a:solidFill>
              </a:defRPr>
            </a:lvl4pPr>
            <a:lvl5pPr algn="l">
              <a:defRPr sz="2700" b="1">
                <a:solidFill>
                  <a:srgbClr val="5B1E91"/>
                </a:solidFill>
              </a:defRPr>
            </a:lvl5pPr>
            <a:lvl6pPr algn="l">
              <a:defRPr sz="2700" b="1">
                <a:solidFill>
                  <a:srgbClr val="5B1E91"/>
                </a:solidFill>
              </a:defRPr>
            </a:lvl6pPr>
            <a:lvl7pPr algn="l">
              <a:defRPr sz="2700" b="1">
                <a:solidFill>
                  <a:srgbClr val="5B1E91"/>
                </a:solidFill>
              </a:defRPr>
            </a:lvl7pPr>
            <a:lvl8pPr algn="l">
              <a:defRPr sz="2700" b="1">
                <a:solidFill>
                  <a:srgbClr val="5B1E91"/>
                </a:solidFill>
              </a:defRPr>
            </a:lvl8pPr>
            <a:lvl9pPr algn="l">
              <a:defRPr sz="2700" b="1">
                <a:solidFill>
                  <a:srgbClr val="5B1E91"/>
                </a:solidFill>
              </a:defRPr>
            </a:lvl9pPr>
          </a:lstStyle>
          <a:p xmlns:a="http://schemas.openxmlformats.org/drawingml/2006/main">
            <a:pPr algn="l">
              <a:defRPr sz="2700" b="1">
                <a:solidFill>
                  <a:srgbClr val="5B1E91"/>
                </a:solidFill>
              </a:defRPr>
            </a:pPr>
            <a:r>
              <a:rPr sz="2700" b="1">
                <a:solidFill>
                  <a:srgbClr val="5B1E91"/>
                </a:solidFill>
              </a:rPr>
              <a:t>What the host sees</a:t>
            </a:r>
          </a:p>
        </p:txBody>
      </p:sp>
      <p:sp>
        <p:nvSpPr>
          <p:cNvPr id="2" name="slide-4-rule">
            <a:extLst xmlns:a="http://schemas.openxmlformats.org/drawingml/2006/main">
              <a:ext uri="{FF2B5EF4-FFF2-40B4-BE49-F238E27FC236}">
                <a16:creationId xmlns:a16="http://schemas.microsoft.com/office/drawing/2014/main" id="{2BD52912-6C24-40EF-A351-74CA76CB71A4}"/>
              </a:ext>
            </a:extLst>
          </p:cNvPr>
          <p:cNvSpPr>
            <a:spLocks xmlns:a="http://schemas.openxmlformats.org/drawingml/2006/main" noGrp="1"/>
          </p:cNvSpPr>
          <p:nvPr/>
        </p:nvSpPr>
        <p:spPr>
          <a:xfrm xmlns:a="http://schemas.openxmlformats.org/drawingml/2006/main">
            <a:off x="685800" y="1238250"/>
            <a:ext cx="742950" cy="57150"/>
          </a:xfrm>
          <a:prstGeom xmlns:a="http://schemas.openxmlformats.org/drawingml/2006/main" prst="rect">
            <a:avLst/>
          </a:prstGeom>
          <a:solidFill xmlns:a="http://schemas.openxmlformats.org/drawingml/2006/main">
            <a:srgbClr val="EB0000"/>
          </a:solidFill>
          <a:ln xmlns:a="http://schemas.openxmlformats.org/drawingml/2006/main" w="0">
            <a:noFill/>
            <a:prstDash val="solid"/>
          </a:ln>
        </p:spPr>
      </p:sp>
      <p:sp>
        <p:nvSpPr>
          <p:cNvPr id="3" name="slide-4-time">
            <a:extLst xmlns:a="http://schemas.openxmlformats.org/drawingml/2006/main">
              <a:ext uri="{FF2B5EF4-FFF2-40B4-BE49-F238E27FC236}">
                <a16:creationId xmlns:a16="http://schemas.microsoft.com/office/drawing/2014/main" id="{C6B15134-A5D0-41F4-8C1F-5D15061E1BB6}"/>
              </a:ext>
            </a:extLst>
          </p:cNvPr>
          <p:cNvSpPr>
            <a:spLocks xmlns:a="http://schemas.openxmlformats.org/drawingml/2006/main" noGrp="1"/>
          </p:cNvSpPr>
          <p:nvPr/>
        </p:nvSpPr>
        <p:spPr>
          <a:xfrm xmlns:a="http://schemas.openxmlformats.org/drawingml/2006/main">
            <a:off x="10287000" y="5524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0">
                <a:solidFill>
                  <a:srgbClr val="4B5563"/>
                </a:solidFill>
              </a:defRPr>
            </a:defPPr>
            <a:lvl1pPr algn="r">
              <a:defRPr sz="1125" b="0">
                <a:solidFill>
                  <a:srgbClr val="4B5563"/>
                </a:solidFill>
              </a:defRPr>
            </a:lvl1pPr>
            <a:lvl2pPr algn="r">
              <a:defRPr sz="1125" b="0">
                <a:solidFill>
                  <a:srgbClr val="4B5563"/>
                </a:solidFill>
              </a:defRPr>
            </a:lvl2pPr>
            <a:lvl3pPr algn="r">
              <a:defRPr sz="1125" b="0">
                <a:solidFill>
                  <a:srgbClr val="4B5563"/>
                </a:solidFill>
              </a:defRPr>
            </a:lvl3pPr>
            <a:lvl4pPr algn="r">
              <a:defRPr sz="1125" b="0">
                <a:solidFill>
                  <a:srgbClr val="4B5563"/>
                </a:solidFill>
              </a:defRPr>
            </a:lvl4pPr>
            <a:lvl5pPr algn="r">
              <a:defRPr sz="1125" b="0">
                <a:solidFill>
                  <a:srgbClr val="4B5563"/>
                </a:solidFill>
              </a:defRPr>
            </a:lvl5pPr>
            <a:lvl6pPr algn="r">
              <a:defRPr sz="1125" b="0">
                <a:solidFill>
                  <a:srgbClr val="4B5563"/>
                </a:solidFill>
              </a:defRPr>
            </a:lvl6pPr>
            <a:lvl7pPr algn="r">
              <a:defRPr sz="1125" b="0">
                <a:solidFill>
                  <a:srgbClr val="4B5563"/>
                </a:solidFill>
              </a:defRPr>
            </a:lvl7pPr>
            <a:lvl8pPr algn="r">
              <a:defRPr sz="1125" b="0">
                <a:solidFill>
                  <a:srgbClr val="4B5563"/>
                </a:solidFill>
              </a:defRPr>
            </a:lvl8pPr>
            <a:lvl9pPr algn="r">
              <a:defRPr sz="1125" b="0">
                <a:solidFill>
                  <a:srgbClr val="4B5563"/>
                </a:solidFill>
              </a:defRPr>
            </a:lvl9pPr>
          </a:lstStyle>
          <a:p xmlns:a="http://schemas.openxmlformats.org/drawingml/2006/main">
            <a:pPr algn="r">
              <a:defRPr sz="1125" b="0">
                <a:solidFill>
                  <a:srgbClr val="4B5563"/>
                </a:solidFill>
              </a:defRPr>
            </a:pPr>
            <a:r>
              <a:rPr sz="1125" b="0">
                <a:solidFill>
                  <a:srgbClr val="4B5563"/>
                </a:solidFill>
              </a:rPr>
              <a:t>1:10</a:t>
            </a:r>
          </a:p>
        </p:txBody>
      </p:sp>
      <p:sp>
        <p:nvSpPr>
          <p:cNvPr id="4" name="slide-4-number">
            <a:extLst xmlns:a="http://schemas.openxmlformats.org/drawingml/2006/main">
              <a:ext uri="{FF2B5EF4-FFF2-40B4-BE49-F238E27FC236}">
                <a16:creationId xmlns:a16="http://schemas.microsoft.com/office/drawing/2014/main" id="{6B8077ED-EB35-49C2-8FE3-6899B68D9F6B}"/>
              </a:ext>
            </a:extLst>
          </p:cNvPr>
          <p:cNvSpPr>
            <a:spLocks xmlns:a="http://schemas.openxmlformats.org/drawingml/2006/main" noGrp="1"/>
          </p:cNvSpPr>
          <p:nvPr/>
        </p:nvSpPr>
        <p:spPr>
          <a:xfrm xmlns:a="http://schemas.openxmlformats.org/drawingml/2006/main">
            <a:off x="10382250" y="64198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0">
                <a:solidFill>
                  <a:srgbClr val="4B5563"/>
                </a:solidFill>
              </a:defRPr>
            </a:defPPr>
            <a:lvl1pPr algn="r">
              <a:defRPr sz="975" b="0">
                <a:solidFill>
                  <a:srgbClr val="4B5563"/>
                </a:solidFill>
              </a:defRPr>
            </a:lvl1pPr>
            <a:lvl2pPr algn="r">
              <a:defRPr sz="975" b="0">
                <a:solidFill>
                  <a:srgbClr val="4B5563"/>
                </a:solidFill>
              </a:defRPr>
            </a:lvl2pPr>
            <a:lvl3pPr algn="r">
              <a:defRPr sz="975" b="0">
                <a:solidFill>
                  <a:srgbClr val="4B5563"/>
                </a:solidFill>
              </a:defRPr>
            </a:lvl3pPr>
            <a:lvl4pPr algn="r">
              <a:defRPr sz="975" b="0">
                <a:solidFill>
                  <a:srgbClr val="4B5563"/>
                </a:solidFill>
              </a:defRPr>
            </a:lvl4pPr>
            <a:lvl5pPr algn="r">
              <a:defRPr sz="975" b="0">
                <a:solidFill>
                  <a:srgbClr val="4B5563"/>
                </a:solidFill>
              </a:defRPr>
            </a:lvl5pPr>
            <a:lvl6pPr algn="r">
              <a:defRPr sz="975" b="0">
                <a:solidFill>
                  <a:srgbClr val="4B5563"/>
                </a:solidFill>
              </a:defRPr>
            </a:lvl6pPr>
            <a:lvl7pPr algn="r">
              <a:defRPr sz="975" b="0">
                <a:solidFill>
                  <a:srgbClr val="4B5563"/>
                </a:solidFill>
              </a:defRPr>
            </a:lvl7pPr>
            <a:lvl8pPr algn="r">
              <a:defRPr sz="975" b="0">
                <a:solidFill>
                  <a:srgbClr val="4B5563"/>
                </a:solidFill>
              </a:defRPr>
            </a:lvl8pPr>
            <a:lvl9pPr algn="r">
              <a:defRPr sz="975" b="0">
                <a:solidFill>
                  <a:srgbClr val="4B5563"/>
                </a:solidFill>
              </a:defRPr>
            </a:lvl9pPr>
          </a:lstStyle>
          <a:p xmlns:a="http://schemas.openxmlformats.org/drawingml/2006/main">
            <a:pPr algn="r">
              <a:defRPr sz="975" b="0">
                <a:solidFill>
                  <a:srgbClr val="4B5563"/>
                </a:solidFill>
              </a:defRPr>
            </a:pPr>
            <a:r>
              <a:rPr sz="975" b="0">
                <a:solidFill>
                  <a:srgbClr val="4B5563"/>
                </a:solidFill>
              </a:rPr>
              <a:t>04 / 05</a:t>
            </a:r>
          </a:p>
        </p:txBody>
      </p:sp>
      <p:sp>
        <p:nvSpPr>
          <p:cNvPr id="5" name="host-desc">
            <a:extLst xmlns:a="http://schemas.openxmlformats.org/drawingml/2006/main">
              <a:ext uri="{FF2B5EF4-FFF2-40B4-BE49-F238E27FC236}">
                <a16:creationId xmlns:a16="http://schemas.microsoft.com/office/drawing/2014/main" id="{B7D58FB8-389E-4EBC-89F0-8948713E82A5}"/>
              </a:ext>
            </a:extLst>
          </p:cNvPr>
          <p:cNvSpPr>
            <a:spLocks xmlns:a="http://schemas.openxmlformats.org/drawingml/2006/main" noGrp="1"/>
          </p:cNvSpPr>
          <p:nvPr/>
        </p:nvSpPr>
        <p:spPr>
          <a:xfrm xmlns:a="http://schemas.openxmlformats.org/drawingml/2006/main">
            <a:off x="685800" y="15621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11827"/>
                </a:solidFill>
              </a:defRPr>
            </a:defPPr>
            <a:lvl1pPr algn="l">
              <a:defRPr sz="2175" b="1">
                <a:solidFill>
                  <a:srgbClr val="111827"/>
                </a:solidFill>
              </a:defRPr>
            </a:lvl1pPr>
            <a:lvl2pPr algn="l">
              <a:defRPr sz="2175" b="1">
                <a:solidFill>
                  <a:srgbClr val="111827"/>
                </a:solidFill>
              </a:defRPr>
            </a:lvl2pPr>
            <a:lvl3pPr algn="l">
              <a:defRPr sz="2175" b="1">
                <a:solidFill>
                  <a:srgbClr val="111827"/>
                </a:solidFill>
              </a:defRPr>
            </a:lvl3pPr>
            <a:lvl4pPr algn="l">
              <a:defRPr sz="2175" b="1">
                <a:solidFill>
                  <a:srgbClr val="111827"/>
                </a:solidFill>
              </a:defRPr>
            </a:lvl4pPr>
            <a:lvl5pPr algn="l">
              <a:defRPr sz="2175" b="1">
                <a:solidFill>
                  <a:srgbClr val="111827"/>
                </a:solidFill>
              </a:defRPr>
            </a:lvl5pPr>
            <a:lvl6pPr algn="l">
              <a:defRPr sz="2175" b="1">
                <a:solidFill>
                  <a:srgbClr val="111827"/>
                </a:solidFill>
              </a:defRPr>
            </a:lvl6pPr>
            <a:lvl7pPr algn="l">
              <a:defRPr sz="2175" b="1">
                <a:solidFill>
                  <a:srgbClr val="111827"/>
                </a:solidFill>
              </a:defRPr>
            </a:lvl7pPr>
            <a:lvl8pPr algn="l">
              <a:defRPr sz="2175" b="1">
                <a:solidFill>
                  <a:srgbClr val="111827"/>
                </a:solidFill>
              </a:defRPr>
            </a:lvl8pPr>
            <a:lvl9pPr algn="l">
              <a:defRPr sz="2175" b="1">
                <a:solidFill>
                  <a:srgbClr val="111827"/>
                </a:solidFill>
              </a:defRPr>
            </a:lvl9pPr>
          </a:lstStyle>
          <a:p xmlns:a="http://schemas.openxmlformats.org/drawingml/2006/main">
            <a:pPr algn="l">
              <a:defRPr sz="2175" b="1">
                <a:solidFill>
                  <a:srgbClr val="111827"/>
                </a:solidFill>
              </a:defRPr>
            </a:pPr>
            <a:r>
              <a:rPr sz="2175" b="1">
                <a:solidFill>
                  <a:srgbClr val="111827"/>
                </a:solidFill>
              </a:rPr>
              <a:t>The host controls the room. Participants see the quiz.</a:t>
            </a:r>
          </a:p>
        </p:txBody>
      </p:sp>
      <p:sp>
        <p:nvSpPr>
          <p:cNvPr id="6" name="host-heading">
            <a:extLst xmlns:a="http://schemas.openxmlformats.org/drawingml/2006/main">
              <a:ext uri="{FF2B5EF4-FFF2-40B4-BE49-F238E27FC236}">
                <a16:creationId xmlns:a16="http://schemas.microsoft.com/office/drawing/2014/main" id="{475BFB67-33B1-4EAA-8218-7D1CAB37F5C8}"/>
              </a:ext>
            </a:extLst>
          </p:cNvPr>
          <p:cNvSpPr>
            <a:spLocks xmlns:a="http://schemas.openxmlformats.org/drawingml/2006/main" noGrp="1"/>
          </p:cNvSpPr>
          <p:nvPr/>
        </p:nvSpPr>
        <p:spPr>
          <a:xfrm xmlns:a="http://schemas.openxmlformats.org/drawingml/2006/main">
            <a:off x="704850" y="26670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EB0000"/>
                </a:solidFill>
              </a:defRPr>
            </a:defPPr>
            <a:lvl1pPr algn="l">
              <a:defRPr sz="1200" b="1">
                <a:solidFill>
                  <a:srgbClr val="EB0000"/>
                </a:solidFill>
              </a:defRPr>
            </a:lvl1pPr>
            <a:lvl2pPr algn="l">
              <a:defRPr sz="1200" b="1">
                <a:solidFill>
                  <a:srgbClr val="EB0000"/>
                </a:solidFill>
              </a:defRPr>
            </a:lvl2pPr>
            <a:lvl3pPr algn="l">
              <a:defRPr sz="1200" b="1">
                <a:solidFill>
                  <a:srgbClr val="EB0000"/>
                </a:solidFill>
              </a:defRPr>
            </a:lvl3pPr>
            <a:lvl4pPr algn="l">
              <a:defRPr sz="1200" b="1">
                <a:solidFill>
                  <a:srgbClr val="EB0000"/>
                </a:solidFill>
              </a:defRPr>
            </a:lvl4pPr>
            <a:lvl5pPr algn="l">
              <a:defRPr sz="1200" b="1">
                <a:solidFill>
                  <a:srgbClr val="EB0000"/>
                </a:solidFill>
              </a:defRPr>
            </a:lvl5pPr>
            <a:lvl6pPr algn="l">
              <a:defRPr sz="1200" b="1">
                <a:solidFill>
                  <a:srgbClr val="EB0000"/>
                </a:solidFill>
              </a:defRPr>
            </a:lvl6pPr>
            <a:lvl7pPr algn="l">
              <a:defRPr sz="1200" b="1">
                <a:solidFill>
                  <a:srgbClr val="EB0000"/>
                </a:solidFill>
              </a:defRPr>
            </a:lvl7pPr>
            <a:lvl8pPr algn="l">
              <a:defRPr sz="1200" b="1">
                <a:solidFill>
                  <a:srgbClr val="EB0000"/>
                </a:solidFill>
              </a:defRPr>
            </a:lvl8pPr>
            <a:lvl9pPr algn="l">
              <a:defRPr sz="1200" b="1">
                <a:solidFill>
                  <a:srgbClr val="EB0000"/>
                </a:solidFill>
              </a:defRPr>
            </a:lvl9pPr>
          </a:lstStyle>
          <a:p xmlns:a="http://schemas.openxmlformats.org/drawingml/2006/main">
            <a:pPr algn="l">
              <a:defRPr sz="1200" b="1">
                <a:solidFill>
                  <a:srgbClr val="EB0000"/>
                </a:solidFill>
              </a:defRPr>
            </a:pPr>
            <a:r>
              <a:rPr sz="1200" b="1">
                <a:solidFill>
                  <a:srgbClr val="EB0000"/>
                </a:solidFill>
              </a:rPr>
              <a:t>HOST VIEW</a:t>
            </a:r>
          </a:p>
        </p:txBody>
      </p:sp>
      <p:sp>
        <p:nvSpPr>
          <p:cNvPr id="7" name="host-bullets">
            <a:extLst xmlns:a="http://schemas.openxmlformats.org/drawingml/2006/main">
              <a:ext uri="{FF2B5EF4-FFF2-40B4-BE49-F238E27FC236}">
                <a16:creationId xmlns:a16="http://schemas.microsoft.com/office/drawing/2014/main" id="{26D91F64-E4FE-4FCC-9E2F-A68F7482333A}"/>
              </a:ext>
            </a:extLst>
          </p:cNvPr>
          <p:cNvSpPr>
            <a:spLocks xmlns:a="http://schemas.openxmlformats.org/drawingml/2006/main" noGrp="1"/>
          </p:cNvSpPr>
          <p:nvPr/>
        </p:nvSpPr>
        <p:spPr>
          <a:xfrm xmlns:a="http://schemas.openxmlformats.org/drawingml/2006/main">
            <a:off x="704850" y="3086100"/>
            <a:ext cx="4619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5B1E91"/>
                </a:solidFill>
              </a:defRPr>
            </a:defPPr>
            <a:lvl1pPr algn="l">
              <a:defRPr sz="1800" b="0">
                <a:solidFill>
                  <a:srgbClr val="5B1E91"/>
                </a:solidFill>
              </a:defRPr>
            </a:lvl1pPr>
            <a:lvl2pPr algn="l">
              <a:defRPr sz="1800" b="0">
                <a:solidFill>
                  <a:srgbClr val="5B1E91"/>
                </a:solidFill>
              </a:defRPr>
            </a:lvl2pPr>
            <a:lvl3pPr algn="l">
              <a:defRPr sz="1800" b="0">
                <a:solidFill>
                  <a:srgbClr val="5B1E91"/>
                </a:solidFill>
              </a:defRPr>
            </a:lvl3pPr>
            <a:lvl4pPr algn="l">
              <a:defRPr sz="1800" b="0">
                <a:solidFill>
                  <a:srgbClr val="5B1E91"/>
                </a:solidFill>
              </a:defRPr>
            </a:lvl4pPr>
            <a:lvl5pPr algn="l">
              <a:defRPr sz="1800" b="0">
                <a:solidFill>
                  <a:srgbClr val="5B1E91"/>
                </a:solidFill>
              </a:defRPr>
            </a:lvl5pPr>
            <a:lvl6pPr algn="l">
              <a:defRPr sz="1800" b="0">
                <a:solidFill>
                  <a:srgbClr val="5B1E91"/>
                </a:solidFill>
              </a:defRPr>
            </a:lvl6pPr>
            <a:lvl7pPr algn="l">
              <a:defRPr sz="1800" b="0">
                <a:solidFill>
                  <a:srgbClr val="5B1E91"/>
                </a:solidFill>
              </a:defRPr>
            </a:lvl7pPr>
            <a:lvl8pPr algn="l">
              <a:defRPr sz="1800" b="0">
                <a:solidFill>
                  <a:srgbClr val="5B1E91"/>
                </a:solidFill>
              </a:defRPr>
            </a:lvl8pPr>
            <a:lvl9pPr algn="l">
              <a:defRPr sz="1800" b="0">
                <a:solidFill>
                  <a:srgbClr val="5B1E91"/>
                </a:solidFill>
              </a:defRPr>
            </a:lvl9pPr>
          </a:lstStyle>
          <a:p xmlns:a="http://schemas.openxmlformats.org/drawingml/2006/main">
            <a:pPr algn="l">
              <a:defRPr sz="1800" b="0">
                <a:solidFill>
                  <a:srgbClr val="5B1E91"/>
                </a:solidFill>
              </a:defRPr>
            </a:pPr>
            <a:r>
              <a:rPr sz="1800" b="0">
                <a:solidFill>
                  <a:srgbClr val="5B1E91"/>
                </a:solidFill>
              </a:rPr>
              <a:t>• Live question and countdown</a:t>
            </a:r>
          </a:p>
          <a:p xmlns:a="http://schemas.openxmlformats.org/drawingml/2006/main">
            <a:pPr algn="l">
              <a:defRPr sz="1800" b="0">
                <a:solidFill>
                  <a:srgbClr val="5B1E91"/>
                </a:solidFill>
              </a:defRPr>
            </a:pPr>
            <a:r>
              <a:rPr sz="1800" b="0">
                <a:solidFill>
                  <a:srgbClr val="5B1E91"/>
                </a:solidFill>
              </a:rPr>
              <a:t>• Who has joined</a:t>
            </a:r>
          </a:p>
          <a:p xmlns:a="http://schemas.openxmlformats.org/drawingml/2006/main">
            <a:pPr algn="l">
              <a:defRPr sz="1800" b="0">
                <a:solidFill>
                  <a:srgbClr val="5B1E91"/>
                </a:solidFill>
              </a:defRPr>
            </a:pPr>
            <a:r>
              <a:rPr sz="1800" b="0">
                <a:solidFill>
                  <a:srgbClr val="5B1E91"/>
                </a:solidFill>
              </a:rPr>
              <a:t>• Full leaderboard</a:t>
            </a:r>
          </a:p>
        </p:txBody>
      </p:sp>
      <p:sp>
        <p:nvSpPr>
          <p:cNvPr id="8" name="host-divider">
            <a:extLst xmlns:a="http://schemas.openxmlformats.org/drawingml/2006/main">
              <a:ext uri="{FF2B5EF4-FFF2-40B4-BE49-F238E27FC236}">
                <a16:creationId xmlns:a16="http://schemas.microsoft.com/office/drawing/2014/main" id="{1F75522A-3095-4301-A55F-65F47015E756}"/>
              </a:ext>
            </a:extLst>
          </p:cNvPr>
          <p:cNvSpPr>
            <a:spLocks xmlns:a="http://schemas.openxmlformats.org/drawingml/2006/main" noGrp="1"/>
          </p:cNvSpPr>
          <p:nvPr/>
        </p:nvSpPr>
        <p:spPr>
          <a:xfrm xmlns:a="http://schemas.openxmlformats.org/drawingml/2006/main">
            <a:off x="5981700" y="2667000"/>
            <a:ext cx="19050" cy="2724150"/>
          </a:xfrm>
          <a:prstGeom xmlns:a="http://schemas.openxmlformats.org/drawingml/2006/main" prst="rect">
            <a:avLst/>
          </a:prstGeom>
          <a:solidFill xmlns:a="http://schemas.openxmlformats.org/drawingml/2006/main">
            <a:srgbClr val="BDB5E9"/>
          </a:solidFill>
          <a:ln xmlns:a="http://schemas.openxmlformats.org/drawingml/2006/main" w="0">
            <a:noFill/>
            <a:prstDash val="solid"/>
          </a:ln>
        </p:spPr>
      </p:sp>
      <p:sp>
        <p:nvSpPr>
          <p:cNvPr id="9" name="player-heading">
            <a:extLst xmlns:a="http://schemas.openxmlformats.org/drawingml/2006/main">
              <a:ext uri="{FF2B5EF4-FFF2-40B4-BE49-F238E27FC236}">
                <a16:creationId xmlns:a16="http://schemas.microsoft.com/office/drawing/2014/main" id="{01761DE3-1DB2-4BDD-810F-33ADFEC1AE53}"/>
              </a:ext>
            </a:extLst>
          </p:cNvPr>
          <p:cNvSpPr>
            <a:spLocks xmlns:a="http://schemas.openxmlformats.org/drawingml/2006/main" noGrp="1"/>
          </p:cNvSpPr>
          <p:nvPr/>
        </p:nvSpPr>
        <p:spPr>
          <a:xfrm xmlns:a="http://schemas.openxmlformats.org/drawingml/2006/main">
            <a:off x="6572250" y="26670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EB0000"/>
                </a:solidFill>
              </a:defRPr>
            </a:defPPr>
            <a:lvl1pPr algn="l">
              <a:defRPr sz="1200" b="1">
                <a:solidFill>
                  <a:srgbClr val="EB0000"/>
                </a:solidFill>
              </a:defRPr>
            </a:lvl1pPr>
            <a:lvl2pPr algn="l">
              <a:defRPr sz="1200" b="1">
                <a:solidFill>
                  <a:srgbClr val="EB0000"/>
                </a:solidFill>
              </a:defRPr>
            </a:lvl2pPr>
            <a:lvl3pPr algn="l">
              <a:defRPr sz="1200" b="1">
                <a:solidFill>
                  <a:srgbClr val="EB0000"/>
                </a:solidFill>
              </a:defRPr>
            </a:lvl3pPr>
            <a:lvl4pPr algn="l">
              <a:defRPr sz="1200" b="1">
                <a:solidFill>
                  <a:srgbClr val="EB0000"/>
                </a:solidFill>
              </a:defRPr>
            </a:lvl4pPr>
            <a:lvl5pPr algn="l">
              <a:defRPr sz="1200" b="1">
                <a:solidFill>
                  <a:srgbClr val="EB0000"/>
                </a:solidFill>
              </a:defRPr>
            </a:lvl5pPr>
            <a:lvl6pPr algn="l">
              <a:defRPr sz="1200" b="1">
                <a:solidFill>
                  <a:srgbClr val="EB0000"/>
                </a:solidFill>
              </a:defRPr>
            </a:lvl6pPr>
            <a:lvl7pPr algn="l">
              <a:defRPr sz="1200" b="1">
                <a:solidFill>
                  <a:srgbClr val="EB0000"/>
                </a:solidFill>
              </a:defRPr>
            </a:lvl7pPr>
            <a:lvl8pPr algn="l">
              <a:defRPr sz="1200" b="1">
                <a:solidFill>
                  <a:srgbClr val="EB0000"/>
                </a:solidFill>
              </a:defRPr>
            </a:lvl8pPr>
            <a:lvl9pPr algn="l">
              <a:defRPr sz="1200" b="1">
                <a:solidFill>
                  <a:srgbClr val="EB0000"/>
                </a:solidFill>
              </a:defRPr>
            </a:lvl9pPr>
          </a:lstStyle>
          <a:p xmlns:a="http://schemas.openxmlformats.org/drawingml/2006/main">
            <a:pPr algn="l">
              <a:defRPr sz="1200" b="1">
                <a:solidFill>
                  <a:srgbClr val="EB0000"/>
                </a:solidFill>
              </a:defRPr>
            </a:pPr>
            <a:r>
              <a:rPr sz="1200" b="1">
                <a:solidFill>
                  <a:srgbClr val="EB0000"/>
                </a:solidFill>
              </a:rPr>
              <a:t>PLAYER VIEW</a:t>
            </a:r>
          </a:p>
        </p:txBody>
      </p:sp>
      <p:sp>
        <p:nvSpPr>
          <p:cNvPr id="10" name="player-bullets">
            <a:extLst xmlns:a="http://schemas.openxmlformats.org/drawingml/2006/main">
              <a:ext uri="{FF2B5EF4-FFF2-40B4-BE49-F238E27FC236}">
                <a16:creationId xmlns:a16="http://schemas.microsoft.com/office/drawing/2014/main" id="{6ED0B105-2AAC-458C-81B1-C96D34212F60}"/>
              </a:ext>
            </a:extLst>
          </p:cNvPr>
          <p:cNvSpPr>
            <a:spLocks xmlns:a="http://schemas.openxmlformats.org/drawingml/2006/main" noGrp="1"/>
          </p:cNvSpPr>
          <p:nvPr/>
        </p:nvSpPr>
        <p:spPr>
          <a:xfrm xmlns:a="http://schemas.openxmlformats.org/drawingml/2006/main">
            <a:off x="6572250" y="3086100"/>
            <a:ext cx="4857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5B1E91"/>
                </a:solidFill>
              </a:defRPr>
            </a:defPPr>
            <a:lvl1pPr algn="l">
              <a:defRPr sz="1650" b="0">
                <a:solidFill>
                  <a:srgbClr val="5B1E91"/>
                </a:solidFill>
              </a:defRPr>
            </a:lvl1pPr>
            <a:lvl2pPr algn="l">
              <a:defRPr sz="1650" b="0">
                <a:solidFill>
                  <a:srgbClr val="5B1E91"/>
                </a:solidFill>
              </a:defRPr>
            </a:lvl2pPr>
            <a:lvl3pPr algn="l">
              <a:defRPr sz="1650" b="0">
                <a:solidFill>
                  <a:srgbClr val="5B1E91"/>
                </a:solidFill>
              </a:defRPr>
            </a:lvl3pPr>
            <a:lvl4pPr algn="l">
              <a:defRPr sz="1650" b="0">
                <a:solidFill>
                  <a:srgbClr val="5B1E91"/>
                </a:solidFill>
              </a:defRPr>
            </a:lvl4pPr>
            <a:lvl5pPr algn="l">
              <a:defRPr sz="1650" b="0">
                <a:solidFill>
                  <a:srgbClr val="5B1E91"/>
                </a:solidFill>
              </a:defRPr>
            </a:lvl5pPr>
            <a:lvl6pPr algn="l">
              <a:defRPr sz="1650" b="0">
                <a:solidFill>
                  <a:srgbClr val="5B1E91"/>
                </a:solidFill>
              </a:defRPr>
            </a:lvl6pPr>
            <a:lvl7pPr algn="l">
              <a:defRPr sz="1650" b="0">
                <a:solidFill>
                  <a:srgbClr val="5B1E91"/>
                </a:solidFill>
              </a:defRPr>
            </a:lvl7pPr>
            <a:lvl8pPr algn="l">
              <a:defRPr sz="1650" b="0">
                <a:solidFill>
                  <a:srgbClr val="5B1E91"/>
                </a:solidFill>
              </a:defRPr>
            </a:lvl8pPr>
            <a:lvl9pPr algn="l">
              <a:defRPr sz="1650" b="0">
                <a:solidFill>
                  <a:srgbClr val="5B1E91"/>
                </a:solidFill>
              </a:defRPr>
            </a:lvl9pPr>
          </a:lstStyle>
          <a:p xmlns:a="http://schemas.openxmlformats.org/drawingml/2006/main">
            <a:pPr algn="l">
              <a:defRPr sz="1650" b="0">
                <a:solidFill>
                  <a:srgbClr val="5B1E91"/>
                </a:solidFill>
              </a:defRPr>
            </a:pPr>
            <a:r>
              <a:rPr sz="1650" b="0">
                <a:solidFill>
                  <a:srgbClr val="5B1E91"/>
                </a:solidFill>
              </a:rPr>
              <a:t>• Timed answer choices</a:t>
            </a:r>
          </a:p>
          <a:p xmlns:a="http://schemas.openxmlformats.org/drawingml/2006/main">
            <a:pPr algn="l">
              <a:defRPr sz="1650" b="0">
                <a:solidFill>
                  <a:srgbClr val="5B1E91"/>
                </a:solidFill>
              </a:defRPr>
            </a:pPr>
            <a:r>
              <a:rPr sz="1650" b="0">
                <a:solidFill>
                  <a:srgbClr val="5B1E91"/>
                </a:solidFill>
              </a:rPr>
              <a:t>• Correctness and points</a:t>
            </a:r>
          </a:p>
          <a:p xmlns:a="http://schemas.openxmlformats.org/drawingml/2006/main">
            <a:pPr algn="l">
              <a:defRPr sz="1650" b="0">
                <a:solidFill>
                  <a:srgbClr val="5B1E91"/>
                </a:solidFill>
              </a:defRPr>
            </a:pPr>
            <a:r>
              <a:rPr sz="1650" b="0">
                <a:solidFill>
                  <a:srgbClr val="5B1E91"/>
                </a:solidFill>
              </a:rPr>
              <a:t>• Top three and rank movement</a:t>
            </a:r>
          </a:p>
          <a:p xmlns:a="http://schemas.openxmlformats.org/drawingml/2006/main">
            <a:pPr algn="l">
              <a:defRPr sz="1650" b="0">
                <a:solidFill>
                  <a:srgbClr val="5B1E91"/>
                </a:solidFill>
              </a:defRPr>
            </a:pPr>
            <a:r>
              <a:rPr sz="1650" b="0">
                <a:solidFill>
                  <a:srgbClr val="5B1E91"/>
                </a:solidFill>
              </a:rPr>
              <a:t>• Final standings and answer review</a:t>
            </a:r>
          </a:p>
        </p:txBody>
      </p:sp>
      <p:sp>
        <p:nvSpPr>
          <p:cNvPr id="11" name="host-caveat">
            <a:extLst xmlns:a="http://schemas.openxmlformats.org/drawingml/2006/main">
              <a:ext uri="{FF2B5EF4-FFF2-40B4-BE49-F238E27FC236}">
                <a16:creationId xmlns:a16="http://schemas.microsoft.com/office/drawing/2014/main" id="{5C265866-3C89-4825-A271-AC3B6F1F9A44}"/>
              </a:ext>
            </a:extLst>
          </p:cNvPr>
          <p:cNvSpPr>
            <a:spLocks xmlns:a="http://schemas.openxmlformats.org/drawingml/2006/main" noGrp="1"/>
          </p:cNvSpPr>
          <p:nvPr/>
        </p:nvSpPr>
        <p:spPr>
          <a:xfrm xmlns:a="http://schemas.openxmlformats.org/drawingml/2006/main">
            <a:off x="704850" y="5619750"/>
            <a:ext cx="962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4B5563"/>
                </a:solidFill>
              </a:defRPr>
            </a:defPPr>
            <a:lvl1pPr algn="l">
              <a:defRPr sz="1350" b="0">
                <a:solidFill>
                  <a:srgbClr val="4B5563"/>
                </a:solidFill>
              </a:defRPr>
            </a:lvl1pPr>
            <a:lvl2pPr algn="l">
              <a:defRPr sz="1350" b="0">
                <a:solidFill>
                  <a:srgbClr val="4B5563"/>
                </a:solidFill>
              </a:defRPr>
            </a:lvl2pPr>
            <a:lvl3pPr algn="l">
              <a:defRPr sz="1350" b="0">
                <a:solidFill>
                  <a:srgbClr val="4B5563"/>
                </a:solidFill>
              </a:defRPr>
            </a:lvl3pPr>
            <a:lvl4pPr algn="l">
              <a:defRPr sz="1350" b="0">
                <a:solidFill>
                  <a:srgbClr val="4B5563"/>
                </a:solidFill>
              </a:defRPr>
            </a:lvl4pPr>
            <a:lvl5pPr algn="l">
              <a:defRPr sz="1350" b="0">
                <a:solidFill>
                  <a:srgbClr val="4B5563"/>
                </a:solidFill>
              </a:defRPr>
            </a:lvl5pPr>
            <a:lvl6pPr algn="l">
              <a:defRPr sz="1350" b="0">
                <a:solidFill>
                  <a:srgbClr val="4B5563"/>
                </a:solidFill>
              </a:defRPr>
            </a:lvl6pPr>
            <a:lvl7pPr algn="l">
              <a:defRPr sz="1350" b="0">
                <a:solidFill>
                  <a:srgbClr val="4B5563"/>
                </a:solidFill>
              </a:defRPr>
            </a:lvl7pPr>
            <a:lvl8pPr algn="l">
              <a:defRPr sz="1350" b="0">
                <a:solidFill>
                  <a:srgbClr val="4B5563"/>
                </a:solidFill>
              </a:defRPr>
            </a:lvl8pPr>
            <a:lvl9pPr algn="l">
              <a:defRPr sz="1350" b="0">
                <a:solidFill>
                  <a:srgbClr val="4B5563"/>
                </a:solidFill>
              </a:defRPr>
            </a:lvl9pPr>
          </a:lstStyle>
          <a:p xmlns:a="http://schemas.openxmlformats.org/drawingml/2006/main">
            <a:pPr algn="l">
              <a:defRPr sz="1350" b="0">
                <a:solidFill>
                  <a:srgbClr val="4B5563"/>
                </a:solidFill>
              </a:defRPr>
            </a:pPr>
            <a:r>
              <a:rPr sz="1350" b="0">
                <a:solidFill>
                  <a:srgbClr val="4B5563"/>
                </a:solidFill>
              </a:rPr>
              <a:t>The server keeps time and calculates scores.</a:t>
            </a:r>
          </a:p>
        </p:txBody>
      </p:sp>
    </p:spTree>
    <p:extLst>
      <p:ext uri="{BB962C8B-B14F-4D97-AF65-F5344CB8AC3E}">
        <p14:creationId xmlns:p14="http://schemas.microsoft.com/office/powerpoint/2010/main" val="568723729"/>
      </p:ext>
    </p:extLst>
  </p:cSld>
</p:sld>
</file>

<file path=ppt/slides/slide5.xml><?xml version="1.0" encoding="utf-8"?>
<p:sld xmlns:p="http://schemas.openxmlformats.org/presentationml/2006/main">
  <p:cSld>
    <p:bg>
      <p:bgPr>
        <a:solidFill xmlns:a="http://schemas.openxmlformats.org/drawingml/2006/main">
          <a:srgbClr val="5B1E91"/>
        </a:solidFill>
      </p:bgPr>
    </p:bg>
    <p:spTree>
      <p:nvGrpSpPr>
        <p:cNvPr id="1" name=""/>
        <p:cNvGrpSpPr/>
        <p:nvPr/>
      </p:nvGrpSpPr>
      <p:grpSpPr>
        <a:xfrm xmlns:a="http://schemas.openxmlformats.org/drawingml/2006/main"/>
      </p:grpSpPr>
      <p:sp>
        <p:nvSpPr>
          <p:cNvPr id="7" name="close-title">
            <a:extLst xmlns:a="http://schemas.openxmlformats.org/drawingml/2006/main">
              <a:ext uri="{FF2B5EF4-FFF2-40B4-BE49-F238E27FC236}">
                <a16:creationId xmlns:a16="http://schemas.microsoft.com/office/drawing/2014/main" id="{BF3E8CD9-41A1-4ECD-B2EC-6AEA07E03C1C}"/>
              </a:ext>
            </a:extLst>
          </p:cNvPr>
          <p:cNvSpPr>
            <a:spLocks xmlns:a="http://schemas.openxmlformats.org/drawingml/2006/main" noGrp="1"/>
          </p:cNvSpPr>
          <p:nvPr/>
        </p:nvSpPr>
        <p:spPr>
          <a:xfrm xmlns:a="http://schemas.openxmlformats.org/drawingml/2006/main">
            <a:off x="781050" y="704850"/>
            <a:ext cx="876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150" b="1">
                <a:solidFill>
                  <a:srgbClr val="FFFFFF"/>
                </a:solidFill>
              </a:defRPr>
            </a:defPPr>
            <a:lvl1pPr algn="l">
              <a:defRPr sz="3150" b="1">
                <a:solidFill>
                  <a:srgbClr val="FFFFFF"/>
                </a:solidFill>
              </a:defRPr>
            </a:lvl1pPr>
            <a:lvl2pPr algn="l">
              <a:defRPr sz="3150" b="1">
                <a:solidFill>
                  <a:srgbClr val="FFFFFF"/>
                </a:solidFill>
              </a:defRPr>
            </a:lvl2pPr>
            <a:lvl3pPr algn="l">
              <a:defRPr sz="3150" b="1">
                <a:solidFill>
                  <a:srgbClr val="FFFFFF"/>
                </a:solidFill>
              </a:defRPr>
            </a:lvl3pPr>
            <a:lvl4pPr algn="l">
              <a:defRPr sz="3150" b="1">
                <a:solidFill>
                  <a:srgbClr val="FFFFFF"/>
                </a:solidFill>
              </a:defRPr>
            </a:lvl4pPr>
            <a:lvl5pPr algn="l">
              <a:defRPr sz="3150" b="1">
                <a:solidFill>
                  <a:srgbClr val="FFFFFF"/>
                </a:solidFill>
              </a:defRPr>
            </a:lvl5pPr>
            <a:lvl6pPr algn="l">
              <a:defRPr sz="3150" b="1">
                <a:solidFill>
                  <a:srgbClr val="FFFFFF"/>
                </a:solidFill>
              </a:defRPr>
            </a:lvl6pPr>
            <a:lvl7pPr algn="l">
              <a:defRPr sz="3150" b="1">
                <a:solidFill>
                  <a:srgbClr val="FFFFFF"/>
                </a:solidFill>
              </a:defRPr>
            </a:lvl7pPr>
            <a:lvl8pPr algn="l">
              <a:defRPr sz="3150" b="1">
                <a:solidFill>
                  <a:srgbClr val="FFFFFF"/>
                </a:solidFill>
              </a:defRPr>
            </a:lvl8pPr>
            <a:lvl9pPr algn="l">
              <a:defRPr sz="3150" b="1">
                <a:solidFill>
                  <a:srgbClr val="FFFFFF"/>
                </a:solidFill>
              </a:defRPr>
            </a:lvl9pPr>
          </a:lstStyle>
          <a:p xmlns:a="http://schemas.openxmlformats.org/drawingml/2006/main">
            <a:pPr algn="l">
              <a:defRPr sz="3150" b="1">
                <a:solidFill>
                  <a:srgbClr val="FFFFFF"/>
                </a:solidFill>
              </a:defRPr>
            </a:pPr>
            <a:r>
              <a:rPr sz="3150" b="1">
                <a:solidFill>
                  <a:srgbClr val="FFFFFF"/>
                </a:solidFill>
              </a:rPr>
              <a:t>That’s the loop</a:t>
            </a:r>
          </a:p>
        </p:txBody>
      </p:sp>
      <p:sp>
        <p:nvSpPr>
          <p:cNvPr id="2" name="close-red-accent">
            <a:extLst xmlns:a="http://schemas.openxmlformats.org/drawingml/2006/main">
              <a:ext uri="{FF2B5EF4-FFF2-40B4-BE49-F238E27FC236}">
                <a16:creationId xmlns:a16="http://schemas.microsoft.com/office/drawing/2014/main" id="{719D8B17-0B1B-44B5-8B27-5CD57AAD0800}"/>
              </a:ext>
            </a:extLst>
          </p:cNvPr>
          <p:cNvSpPr>
            <a:spLocks xmlns:a="http://schemas.openxmlformats.org/drawingml/2006/main" noGrp="1"/>
          </p:cNvSpPr>
          <p:nvPr/>
        </p:nvSpPr>
        <p:spPr>
          <a:xfrm xmlns:a="http://schemas.openxmlformats.org/drawingml/2006/main">
            <a:off x="781050" y="1562100"/>
            <a:ext cx="742950" cy="57150"/>
          </a:xfrm>
          <a:prstGeom xmlns:a="http://schemas.openxmlformats.org/drawingml/2006/main" prst="rect">
            <a:avLst/>
          </a:prstGeom>
          <a:solidFill xmlns:a="http://schemas.openxmlformats.org/drawingml/2006/main">
            <a:srgbClr val="EB0000"/>
          </a:solidFill>
          <a:ln xmlns:a="http://schemas.openxmlformats.org/drawingml/2006/main" w="0">
            <a:noFill/>
            <a:prstDash val="solid"/>
          </a:ln>
        </p:spPr>
      </p:sp>
      <p:sp>
        <p:nvSpPr>
          <p:cNvPr id="3" name="close-flow">
            <a:extLst xmlns:a="http://schemas.openxmlformats.org/drawingml/2006/main">
              <a:ext uri="{FF2B5EF4-FFF2-40B4-BE49-F238E27FC236}">
                <a16:creationId xmlns:a16="http://schemas.microsoft.com/office/drawing/2014/main" id="{D305DC4D-A816-4FD1-9041-B77E545E7D86}"/>
              </a:ext>
            </a:extLst>
          </p:cNvPr>
          <p:cNvSpPr>
            <a:spLocks xmlns:a="http://schemas.openxmlformats.org/drawingml/2006/main" noGrp="1"/>
          </p:cNvSpPr>
          <p:nvPr/>
        </p:nvSpPr>
        <p:spPr>
          <a:xfrm xmlns:a="http://schemas.openxmlformats.org/drawingml/2006/main">
            <a:off x="781050" y="2209800"/>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FFFFFF"/>
                </a:solidFill>
              </a:defRPr>
            </a:defPPr>
            <a:lvl1pPr algn="l">
              <a:defRPr sz="2625" b="1">
                <a:solidFill>
                  <a:srgbClr val="FFFFFF"/>
                </a:solidFill>
              </a:defRPr>
            </a:lvl1pPr>
            <a:lvl2pPr algn="l">
              <a:defRPr sz="2625" b="1">
                <a:solidFill>
                  <a:srgbClr val="FFFFFF"/>
                </a:solidFill>
              </a:defRPr>
            </a:lvl2pPr>
            <a:lvl3pPr algn="l">
              <a:defRPr sz="2625" b="1">
                <a:solidFill>
                  <a:srgbClr val="FFFFFF"/>
                </a:solidFill>
              </a:defRPr>
            </a:lvl3pPr>
            <a:lvl4pPr algn="l">
              <a:defRPr sz="2625" b="1">
                <a:solidFill>
                  <a:srgbClr val="FFFFFF"/>
                </a:solidFill>
              </a:defRPr>
            </a:lvl4pPr>
            <a:lvl5pPr algn="l">
              <a:defRPr sz="2625" b="1">
                <a:solidFill>
                  <a:srgbClr val="FFFFFF"/>
                </a:solidFill>
              </a:defRPr>
            </a:lvl5pPr>
            <a:lvl6pPr algn="l">
              <a:defRPr sz="2625" b="1">
                <a:solidFill>
                  <a:srgbClr val="FFFFFF"/>
                </a:solidFill>
              </a:defRPr>
            </a:lvl6pPr>
            <a:lvl7pPr algn="l">
              <a:defRPr sz="2625" b="1">
                <a:solidFill>
                  <a:srgbClr val="FFFFFF"/>
                </a:solidFill>
              </a:defRPr>
            </a:lvl7pPr>
            <a:lvl8pPr algn="l">
              <a:defRPr sz="2625" b="1">
                <a:solidFill>
                  <a:srgbClr val="FFFFFF"/>
                </a:solidFill>
              </a:defRPr>
            </a:lvl8pPr>
            <a:lvl9pPr algn="l">
              <a:defRPr sz="2625" b="1">
                <a:solidFill>
                  <a:srgbClr val="FFFFFF"/>
                </a:solidFill>
              </a:defRPr>
            </a:lvl9pPr>
          </a:lstStyle>
          <a:p xmlns:a="http://schemas.openxmlformats.org/drawingml/2006/main">
            <a:pPr algn="l">
              <a:defRPr sz="2625" b="1">
                <a:solidFill>
                  <a:srgbClr val="FFFFFF"/>
                </a:solidFill>
              </a:defRPr>
            </a:pPr>
            <a:r>
              <a:rPr sz="2625" b="1">
                <a:solidFill>
                  <a:srgbClr val="FFFFFF"/>
                </a:solidFill>
              </a:rPr>
              <a:t>Create  →  Share  →  Play  →  See results</a:t>
            </a:r>
          </a:p>
        </p:txBody>
      </p:sp>
      <p:sp>
        <p:nvSpPr>
          <p:cNvPr id="4" name="close-detail">
            <a:extLst xmlns:a="http://schemas.openxmlformats.org/drawingml/2006/main">
              <a:ext uri="{FF2B5EF4-FFF2-40B4-BE49-F238E27FC236}">
                <a16:creationId xmlns:a16="http://schemas.microsoft.com/office/drawing/2014/main" id="{35D8407C-EA7B-411A-964E-B35666CF5184}"/>
              </a:ext>
            </a:extLst>
          </p:cNvPr>
          <p:cNvSpPr>
            <a:spLocks xmlns:a="http://schemas.openxmlformats.org/drawingml/2006/main" noGrp="1"/>
          </p:cNvSpPr>
          <p:nvPr/>
        </p:nvSpPr>
        <p:spPr>
          <a:xfrm xmlns:a="http://schemas.openxmlformats.org/drawingml/2006/main">
            <a:off x="800100" y="337185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0">
                <a:solidFill>
                  <a:srgbClr val="BDB5E9"/>
                </a:solidFill>
              </a:defRPr>
            </a:defPPr>
            <a:lvl1pPr algn="l">
              <a:defRPr sz="1950" b="0">
                <a:solidFill>
                  <a:srgbClr val="BDB5E9"/>
                </a:solidFill>
              </a:defRPr>
            </a:lvl1pPr>
            <a:lvl2pPr algn="l">
              <a:defRPr sz="1950" b="0">
                <a:solidFill>
                  <a:srgbClr val="BDB5E9"/>
                </a:solidFill>
              </a:defRPr>
            </a:lvl2pPr>
            <a:lvl3pPr algn="l">
              <a:defRPr sz="1950" b="0">
                <a:solidFill>
                  <a:srgbClr val="BDB5E9"/>
                </a:solidFill>
              </a:defRPr>
            </a:lvl3pPr>
            <a:lvl4pPr algn="l">
              <a:defRPr sz="1950" b="0">
                <a:solidFill>
                  <a:srgbClr val="BDB5E9"/>
                </a:solidFill>
              </a:defRPr>
            </a:lvl4pPr>
            <a:lvl5pPr algn="l">
              <a:defRPr sz="1950" b="0">
                <a:solidFill>
                  <a:srgbClr val="BDB5E9"/>
                </a:solidFill>
              </a:defRPr>
            </a:lvl5pPr>
            <a:lvl6pPr algn="l">
              <a:defRPr sz="1950" b="0">
                <a:solidFill>
                  <a:srgbClr val="BDB5E9"/>
                </a:solidFill>
              </a:defRPr>
            </a:lvl6pPr>
            <a:lvl7pPr algn="l">
              <a:defRPr sz="1950" b="0">
                <a:solidFill>
                  <a:srgbClr val="BDB5E9"/>
                </a:solidFill>
              </a:defRPr>
            </a:lvl7pPr>
            <a:lvl8pPr algn="l">
              <a:defRPr sz="1950" b="0">
                <a:solidFill>
                  <a:srgbClr val="BDB5E9"/>
                </a:solidFill>
              </a:defRPr>
            </a:lvl8pPr>
            <a:lvl9pPr algn="l">
              <a:defRPr sz="1950" b="0">
                <a:solidFill>
                  <a:srgbClr val="BDB5E9"/>
                </a:solidFill>
              </a:defRPr>
            </a:lvl9pPr>
          </a:lstStyle>
          <a:p xmlns:a="http://schemas.openxmlformats.org/drawingml/2006/main">
            <a:pPr algn="l">
              <a:defRPr sz="1950" b="0">
                <a:solidFill>
                  <a:srgbClr val="BDB5E9"/>
                </a:solidFill>
              </a:defRPr>
            </a:pPr>
            <a:r>
              <a:rPr sz="1950" b="0">
                <a:solidFill>
                  <a:srgbClr val="BDB5E9"/>
                </a:solidFill>
              </a:rPr>
              <a:t>A lightweight way to turn a group into a live quiz room.</a:t>
            </a:r>
          </a:p>
        </p:txBody>
      </p:sp>
      <p:sp>
        <p:nvSpPr>
          <p:cNvPr id="5" name="close-next">
            <a:extLst xmlns:a="http://schemas.openxmlformats.org/drawingml/2006/main">
              <a:ext uri="{FF2B5EF4-FFF2-40B4-BE49-F238E27FC236}">
                <a16:creationId xmlns:a16="http://schemas.microsoft.com/office/drawing/2014/main" id="{4BE916F4-D23A-436D-BA7F-7F4EA2EF14EC}"/>
              </a:ext>
            </a:extLst>
          </p:cNvPr>
          <p:cNvSpPr>
            <a:spLocks xmlns:a="http://schemas.openxmlformats.org/drawingml/2006/main" noGrp="1"/>
          </p:cNvSpPr>
          <p:nvPr/>
        </p:nvSpPr>
        <p:spPr>
          <a:xfrm xmlns:a="http://schemas.openxmlformats.org/drawingml/2006/main">
            <a:off x="800100" y="4629150"/>
            <a:ext cx="1000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FFFFFF"/>
                </a:solidFill>
              </a:defRPr>
            </a:defPPr>
            <a:lvl1pPr algn="l">
              <a:defRPr sz="1575" b="0">
                <a:solidFill>
                  <a:srgbClr val="FFFFFF"/>
                </a:solidFill>
              </a:defRPr>
            </a:lvl1pPr>
            <a:lvl2pPr algn="l">
              <a:defRPr sz="1575" b="0">
                <a:solidFill>
                  <a:srgbClr val="FFFFFF"/>
                </a:solidFill>
              </a:defRPr>
            </a:lvl2pPr>
            <a:lvl3pPr algn="l">
              <a:defRPr sz="1575" b="0">
                <a:solidFill>
                  <a:srgbClr val="FFFFFF"/>
                </a:solidFill>
              </a:defRPr>
            </a:lvl3pPr>
            <a:lvl4pPr algn="l">
              <a:defRPr sz="1575" b="0">
                <a:solidFill>
                  <a:srgbClr val="FFFFFF"/>
                </a:solidFill>
              </a:defRPr>
            </a:lvl4pPr>
            <a:lvl5pPr algn="l">
              <a:defRPr sz="1575" b="0">
                <a:solidFill>
                  <a:srgbClr val="FFFFFF"/>
                </a:solidFill>
              </a:defRPr>
            </a:lvl5pPr>
            <a:lvl6pPr algn="l">
              <a:defRPr sz="1575" b="0">
                <a:solidFill>
                  <a:srgbClr val="FFFFFF"/>
                </a:solidFill>
              </a:defRPr>
            </a:lvl6pPr>
            <a:lvl7pPr algn="l">
              <a:defRPr sz="1575" b="0">
                <a:solidFill>
                  <a:srgbClr val="FFFFFF"/>
                </a:solidFill>
              </a:defRPr>
            </a:lvl7pPr>
            <a:lvl8pPr algn="l">
              <a:defRPr sz="1575" b="0">
                <a:solidFill>
                  <a:srgbClr val="FFFFFF"/>
                </a:solidFill>
              </a:defRPr>
            </a:lvl8pPr>
            <a:lvl9pPr algn="l">
              <a:defRPr sz="1575" b="0">
                <a:solidFill>
                  <a:srgbClr val="FFFFFF"/>
                </a:solidFill>
              </a:defRPr>
            </a:lvl9pPr>
          </a:lstStyle>
          <a:p xmlns:a="http://schemas.openxmlformats.org/drawingml/2006/main">
            <a:pPr algn="l">
              <a:defRPr sz="1575" b="0">
                <a:solidFill>
                  <a:srgbClr val="FFFFFF"/>
                </a:solidFill>
              </a:defRPr>
            </a:pPr>
            <a:r>
              <a:rPr sz="1575" b="0">
                <a:solidFill>
                  <a:srgbClr val="FFFFFF"/>
                </a:solidFill>
              </a:rPr>
              <a:t>Next: try a longer quiz, explore question setup, or test the host controls.</a:t>
            </a:r>
          </a:p>
        </p:txBody>
      </p:sp>
      <p:sp>
        <p:nvSpPr>
          <p:cNvPr id="6" name="close-thanks">
            <a:extLst xmlns:a="http://schemas.openxmlformats.org/drawingml/2006/main">
              <a:ext uri="{FF2B5EF4-FFF2-40B4-BE49-F238E27FC236}">
                <a16:creationId xmlns:a16="http://schemas.microsoft.com/office/drawing/2014/main" id="{6D127494-0046-4A24-9A4B-AED648A3B646}"/>
              </a:ext>
            </a:extLst>
          </p:cNvPr>
          <p:cNvSpPr>
            <a:spLocks xmlns:a="http://schemas.openxmlformats.org/drawingml/2006/main" noGrp="1"/>
          </p:cNvSpPr>
          <p:nvPr/>
        </p:nvSpPr>
        <p:spPr>
          <a:xfrm xmlns:a="http://schemas.openxmlformats.org/drawingml/2006/main">
            <a:off x="800100" y="5619750"/>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Thanks — what would you like to try?</a:t>
            </a:r>
          </a:p>
        </p:txBody>
      </p:sp>
    </p:spTree>
    <p:extLst>
      <p:ext uri="{BB962C8B-B14F-4D97-AF65-F5344CB8AC3E}">
        <p14:creationId xmlns:p14="http://schemas.microsoft.com/office/powerpoint/2010/main" val="12452186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2026-10-23T00:51:52.3430000Z</dcterms:created>
  <dcterms:modified xsi:type="dcterms:W3CDTF">2026-10-23T00:51:52.3440000Z</dcterms:modified>
</coreProperties>
</file>